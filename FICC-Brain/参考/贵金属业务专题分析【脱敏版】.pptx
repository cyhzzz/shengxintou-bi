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269" r:id="rId3"/>
    <p:sldId id="257" r:id="rId5"/>
    <p:sldId id="258" r:id="rId6"/>
    <p:sldId id="259" r:id="rId7"/>
    <p:sldId id="262" r:id="rId8"/>
    <p:sldId id="264" r:id="rId9"/>
    <p:sldId id="260" r:id="rId10"/>
    <p:sldId id="289" r:id="rId11"/>
    <p:sldId id="279" r:id="rId12"/>
    <p:sldId id="284" r:id="rId13"/>
    <p:sldId id="266" r:id="rId14"/>
    <p:sldId id="282" r:id="rId15"/>
    <p:sldId id="288" r:id="rId1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昱升/01099444" initials="王昱升/01099444" lastIdx="1" clrIdx="0"/>
  <p:cmAuthor id="0" name="[]" initials="0" lastIdx="6" clrIdx="0"/>
  <p:cmAuthor id="2" name="zengjie" initials="z" lastIdx="14" clrIdx="1"/>
  <p:cmAuthor id="153" name="未知用户23" initials="未" lastIdx="4" clrIdx="2"/>
  <p:cmAuthor id="3" name="01131067" initials="0" lastIdx="1" clrIdx="2"/>
  <p:cmAuthor id="154" name="未知用户27" initials="未" lastIdx="7" clrIdx="0"/>
  <p:cmAuthor id="4" name="zjl(tomolo)" initials="z" lastIdx="1" clrIdx="0"/>
  <p:cmAuthor id="5" name="未知用户3" initials="未" lastIdx="0" clrIdx="0"/>
  <p:cmAuthor id="156" name="未知用户26" initials="未" lastIdx="1" clrIdx="3"/>
  <p:cmAuthor id="6" name="Microsoft 帐户" initials="M帐" lastIdx="1" clrIdx="3"/>
  <p:cmAuthor id="7" name="qing" initials="q" lastIdx="1" clrIdx="6"/>
  <p:cmAuthor id="8" name="刘芬" initials="刘" lastIdx="5" clrIdx="7"/>
  <p:cmAuthor id="9" name="01201556" initials="0" lastIdx="3" clrIdx="8"/>
  <p:cmAuthor id="160" name="未知用户10" initials="未" lastIdx="1" clrIdx="20"/>
  <p:cmAuthor id="10" name="黎金辉/01162490" initials="黎金辉/01162490" lastIdx="0" clrIdx="9"/>
  <p:cmAuthor id="11" name="彭科/01015494" initials="彭科/01015494" lastIdx="11" clrIdx="10"/>
  <p:cmAuthor id="162" name="岳文甲" initials="岳" lastIdx="1" clrIdx="1"/>
  <p:cmAuthor id="12" name="01157593" initials="0" lastIdx="2" clrIdx="11"/>
  <p:cmAuthor id="163" name="91huhang" initials="9" lastIdx="1" clrIdx="0"/>
  <p:cmAuthor id="13" name="刘芬/01157593" initials="刘芬/01157593" lastIdx="1" clrIdx="12"/>
  <p:cmAuthor id="14" name="01019043/杨智" initials="0" lastIdx="3" clrIdx="13"/>
  <p:cmAuthor id="165" name="Ms" initials="M" lastIdx="1" clrIdx="0"/>
  <p:cmAuthor id="15" name="admin" initials="a" lastIdx="4" clrIdx="0"/>
  <p:cmAuthor id="16" name="00752180" initials="0" lastIdx="1" clrIdx="15"/>
  <p:cmAuthor id="167" name="ProMedican" initials="P" lastIdx="2" clrIdx="1"/>
  <p:cmAuthor id="17" name="赵宇阳/01141278" initials="赵宇阳/01141278" lastIdx="1" clrIdx="16"/>
  <p:cmAuthor id="168" name="侯清英" initials="侯" lastIdx="1" clrIdx="0"/>
  <p:cmAuthor id="18" name="01092870" initials="0" lastIdx="14" clrIdx="17"/>
  <p:cmAuthor id="169" name="齐登宝" initials="齐" lastIdx="1" clrIdx="1"/>
  <p:cmAuthor id="19" name="罗毅/01103905" initials="罗毅/01103905" lastIdx="3" clrIdx="18"/>
  <p:cmAuthor id="170" name="T DZ" initials="TD" lastIdx="1" clrIdx="23"/>
  <p:cmAuthor id="20" name="tplife" initials="t" lastIdx="2" clrIdx="0"/>
  <p:cmAuthor id="171" name="dell dell" initials="dd" lastIdx="1" clrIdx="145"/>
  <p:cmAuthor id="21" name="孟 昕" initials="孟" lastIdx="1" clrIdx="18"/>
  <p:cmAuthor id="22" name="Hi_ Young" initials="H" lastIdx="20" clrIdx="0"/>
  <p:cmAuthor id="23" name="WHTP" initials="W" lastIdx="1" clrIdx="20"/>
  <p:cmAuthor id="24" name="w" initials="w" lastIdx="2" clrIdx="0"/>
  <p:cmAuthor id="25" name="余潇迎" initials="余" lastIdx="2" clrIdx="0"/>
  <p:cmAuthor id="26" name="陈 橙橙" initials="陈" lastIdx="1" clrIdx="21"/>
  <p:cmAuthor id="27" name="gaojg02" initials="g" lastIdx="0" clrIdx="0"/>
  <p:cmAuthor id="28" name="phoenixdhz" initials="p" lastIdx="11" clrIdx="0"/>
  <p:cmAuthor id="29" name="卫天一" initials="卫" lastIdx="1" clrIdx="0"/>
  <p:cmAuthor id="30" name="杨涛-lah" initials="杨" lastIdx="1" clrIdx="0"/>
  <p:cmAuthor id="31" name="kp l" initials="k" lastIdx="2" clrIdx="0"/>
  <p:cmAuthor id="32" name="asuse" initials="a" lastIdx="1" clrIdx="0"/>
  <p:cmAuthor id="33" name="Wang Han" initials="W" lastIdx="1" clrIdx="22"/>
  <p:cmAuthor id="34" name="pangyt" initials="p" lastIdx="1" clrIdx="0"/>
  <p:cmAuthor id="35" name="LYT" initials="L" lastIdx="1" clrIdx="34"/>
  <p:cmAuthor id="36" name="LS112352b13" initials="L" lastIdx="1" clrIdx="35"/>
  <p:cmAuthor id="37" name="刘云轩" initials="刘" lastIdx="1" clrIdx="0"/>
  <p:cmAuthor id="38" name="未知用户20" initials="未" lastIdx="3" clrIdx="0"/>
  <p:cmAuthor id="39" name="季玉洁" initials="季" lastIdx="22" clrIdx="0"/>
  <p:cmAuthor id="40" name="姜文静" initials="姜" lastIdx="1" clrIdx="0"/>
  <p:cmAuthor id="41" name="陈依依" initials="陈" lastIdx="7" clrIdx="0"/>
  <p:cmAuthor id="42" name="吴岩" initials="吴" lastIdx="1" clrIdx="0"/>
  <p:cmAuthor id="43" name="user" initials="u" lastIdx="1" clrIdx="0"/>
  <p:cmAuthor id="44" name="dingenshi" initials="d" lastIdx="1" clrIdx="0"/>
  <p:cmAuthor id="45" name="未知用户15" initials="未" lastIdx="1" clrIdx="0"/>
  <p:cmAuthor id="46" name="未知用户16" initials="未" lastIdx="1" clrIdx="0"/>
  <p:cmAuthor id="47" name="未知用户17" initials="未" lastIdx="14" clrIdx="1"/>
  <p:cmAuthor id="48" name="未知用户18" initials="未" lastIdx="0" clrIdx="0"/>
  <p:cmAuthor id="50" name="陈静雯" initials="陈" lastIdx="2" clrIdx="0"/>
  <p:cmAuthor id="51" name="未知用户21" initials="" lastIdx="1" clrIdx="0"/>
  <p:cmAuthor id="52" name="未知用户22" initials="未" lastIdx="1" clrIdx="0"/>
  <p:cmAuthor id="53" name="ZhangYu" initials="Z" lastIdx="1" clrIdx="0"/>
  <p:cmAuthor id="54" name="jing.xue" initials="j" lastIdx="23" clrIdx="0"/>
  <p:cmAuthor id="55" name="董苗苗" initials="董" lastIdx="0" clrIdx="1"/>
  <p:cmAuthor id="56" name="gzgjd" initials="g" lastIdx="1" clrIdx="0"/>
  <p:cmAuthor id="57" name="丹伟 苏" initials="丹" lastIdx="1" clrIdx="0"/>
  <p:cmAuthor id="58" name="刘思蜀" initials="刘" lastIdx="1" clrIdx="0"/>
  <p:cmAuthor id="59" name="tkqd" initials="t" lastIdx="1" clrIdx="0"/>
  <p:cmAuthor id="60" name="HaoshuaiWu" initials="H" lastIdx="1" clrIdx="0"/>
  <p:cmAuthor id="61" name="w00100437" initials="" lastIdx="1" clrIdx="0"/>
  <p:cmAuthor id="62" name="Huangx" initials="H" lastIdx="1" clrIdx="22"/>
  <p:cmAuthor id="64" name="方方" initials="方" lastIdx="1" clrIdx="0"/>
  <p:cmAuthor id="65" name="tuhh" initials="t" lastIdx="1" clrIdx="0"/>
  <p:cmAuthor id="66" name="吕震" initials="吕" lastIdx="6" clrIdx="0"/>
  <p:cmAuthor id="67" name="liang ge" initials="l" lastIdx="1" clrIdx="4"/>
  <p:cmAuthor id="69" name="jxgy15" initials="j" lastIdx="0" clrIdx="0"/>
  <p:cmAuthor id="70" name="朱粒" initials="朱" lastIdx="1" clrIdx="2"/>
  <p:cmAuthor id="72" name="H1900" initials="H" lastIdx="1" clrIdx="0"/>
  <p:cmAuthor id="73" name="王航" initials="王" lastIdx="2" clrIdx="1"/>
  <p:cmAuthor id="74" name="回校" initials="回" lastIdx="1" clrIdx="0"/>
  <p:cmAuthor id="75" name="作者" initials="A" lastIdx="0" clrIdx="24"/>
  <p:cmAuthor id="76" name="未知用户7" initials="未" lastIdx="1" clrIdx="0"/>
  <p:cmAuthor id="77" name="未知用户8" initials="未" lastIdx="2" clrIdx="0"/>
  <p:cmAuthor id="78" name="王怀璋" initials="王" lastIdx="1" clrIdx="0"/>
  <p:cmAuthor id="79" name="lenovo0" initials="l" lastIdx="1" clrIdx="0"/>
  <p:cmAuthor id="80" name="YANQING BAO" initials="Y" lastIdx="4" clrIdx="0"/>
  <p:cmAuthor id="81" name="Tracy" initials="T" lastIdx="1" clrIdx="80"/>
  <p:cmAuthor id="82" name="yangdi" initials="y" lastIdx="8" clrIdx="0"/>
  <p:cmAuthor id="83" name="Microsoft Office 用户" initials="M" lastIdx="0" clrIdx="0"/>
  <p:cmAuthor id="86" name="吴晓梅" initials="吴" lastIdx="2" clrIdx="0"/>
  <p:cmAuthor id="87" name="徐 宁" initials="徐" lastIdx="1" clrIdx="0"/>
  <p:cmAuthor id="89" name="未知用户33" initials="未" lastIdx="1" clrIdx="0"/>
  <p:cmAuthor id="90" name="mawei19" initials="m" lastIdx="1" clrIdx="21"/>
  <p:cmAuthor id="92" name="李 寒秋" initials="李" lastIdx="1" clrIdx="22"/>
  <p:cmAuthor id="93" name="未知用户37" initials="未" lastIdx="1" clrIdx="0"/>
  <p:cmAuthor id="94" name="未知用户38" initials="未" lastIdx="0" clrIdx="0"/>
  <p:cmAuthor id="95" name="未知用户39" initials="未" lastIdx="1" clrIdx="0"/>
  <p:cmAuthor id="96" name="未知用户40" initials="未" lastIdx="0" clrIdx="0"/>
  <p:cmAuthor id="97" name="李鹏飞" initials="李" lastIdx="1" clrIdx="1"/>
  <p:cmAuthor id="98" name="Calvin G" initials="C" lastIdx="1" clrIdx="0"/>
  <p:cmAuthor id="99" name="lp" initials="l" lastIdx="1" clrIdx="0"/>
  <p:cmAuthor id="100" name="MC SYSTEM" initials="M" lastIdx="2" clrIdx="0"/>
  <p:cmAuthor id="101" name="spring_ren" initials="s" lastIdx="2" clrIdx="1"/>
  <p:cmAuthor id="102" name="viola_yang" initials="v" lastIdx="2" clrIdx="2"/>
  <p:cmAuthor id="103" name="levy" initials="l" lastIdx="2" clrIdx="0"/>
  <p:cmAuthor id="104" name="李璐---寿险总公司营销管理部" initials="李" lastIdx="0" clrIdx="0"/>
  <p:cmAuthor id="105" name="xuqing" initials="x" lastIdx="4" clrIdx="0"/>
  <p:cmAuthor id="106" name="王顶" initials="王" lastIdx="1" clrIdx="0"/>
  <p:cmAuthor id="107" name="minty minty" initials="m" lastIdx="1" clrIdx="0"/>
  <p:cmAuthor id="108" name="未知用户87" initials="未" lastIdx="2" clrIdx="0"/>
  <p:cmAuthor id="109" name="CHEN LONG" initials="C" lastIdx="1" clrIdx="21"/>
  <p:cmAuthor id="110" name="彬 罗" initials="彬" lastIdx="1" clrIdx="1"/>
  <p:cmAuthor id="111" name="cuizijin01" initials="c" lastIdx="6" clrIdx="2"/>
  <p:cmAuthor id="112" name="罗彬" initials="罗" lastIdx="1" clrIdx="0"/>
  <p:cmAuthor id="113" name="刘盛潮" initials="刘" lastIdx="8" clrIdx="0"/>
  <p:cmAuthor id="114" name="1 mac" initials="1" lastIdx="1" clrIdx="0"/>
  <p:cmAuthor id="115" name="未知用户86" initials="未" lastIdx="1" clrIdx="0"/>
  <p:cmAuthor id="116" name="新萝卜家园" initials="新" lastIdx="0" clrIdx="0"/>
  <p:cmAuthor id="117" name="songchunhua" initials="s" lastIdx="0" clrIdx="0"/>
  <p:cmAuthor id="118" name="宋春华" initials="宋" lastIdx="12" clrIdx="1"/>
  <p:cmAuthor id="119" name="lixiaosong" initials="l" lastIdx="0" clrIdx="2"/>
  <p:cmAuthor id="120" name="未知用户78" initials="未" lastIdx="1" clrIdx="0"/>
  <p:cmAuthor id="121" name="马妍" initials="马" lastIdx="1" clrIdx="0"/>
  <p:cmAuthor id="122" name="yanqiqi-lgd" initials="y" lastIdx="2" clrIdx="5"/>
  <p:cmAuthor id="123" name="番茄花园" initials="番" lastIdx="4" clrIdx="0"/>
  <p:cmAuthor id="124" name="caoyq0624" initials="c" lastIdx="2" clrIdx="0"/>
  <p:cmAuthor id="125" name="方朝军/产品推动室/产品开发推广部/总公司" initials="方" lastIdx="2" clrIdx="0"/>
  <p:cmAuthor id="126" name="zq" initials="z" lastIdx="1" clrIdx="0"/>
  <p:cmAuthor id="127" name="未知用户28" initials="未" lastIdx="1" clrIdx="1"/>
  <p:cmAuthor id="128" name="temp" initials="t" lastIdx="2" clrIdx="0"/>
  <p:cmAuthor id="129" name="Q Q" initials="Q" lastIdx="1" clrIdx="3"/>
  <p:cmAuthor id="130" name="柳 先涛" initials="柳" lastIdx="8" clrIdx="0"/>
  <p:cmAuthor id="131" name="liquanxi" initials="l" lastIdx="0" clrIdx="0"/>
  <p:cmAuthor id="134" name="Tracy Chen" initials="T" lastIdx="1" clrIdx="0"/>
  <p:cmAuthor id="135" name="dongwc0205" initials="d" lastIdx="1" clrIdx="15"/>
  <p:cmAuthor id="136" name="yuancc04" initials="y" lastIdx="3" clrIdx="0"/>
  <p:cmAuthor id="137" name="Xinyi" initials="X" lastIdx="1" clrIdx="136"/>
  <p:cmAuthor id="138" name="万户网络" initials="万" lastIdx="1" clrIdx="0"/>
  <p:cmAuthor id="141" name="未知用户92" initials="未" lastIdx="0" clrIdx="0"/>
  <p:cmAuthor id="142" name="未知用户35" initials="未" lastIdx="1" clrIdx="0"/>
  <p:cmAuthor id="144" name="庞宝国" initials="庞" lastIdx="2" clrIdx="0"/>
  <p:cmAuthor id="145" name="01192152" initials="0" lastIdx="1" clrIdx="144"/>
  <p:cmAuthor id="148" name="未知用户19" initials="未" lastIdx="3" clrIdx="0"/>
  <p:cmAuthor id="149" name="未知用户12" initials="未" lastIdx="1" clrIdx="0"/>
  <p:cmAuthor id="757" name="崔冶鸣（内蒙古英才管培生）" initials="崔" lastIdx="1" clrIdx="0"/>
  <p:cmAuthor id="759" name="张逸晨" initials="张" lastIdx="1" clrIdx="0"/>
  <p:cmAuthor id="761" name="雨林木风" initials="雨" lastIdx="14" clrIdx="1"/>
  <p:cmAuthor id="762" name="张洁01-lhq" initials="张" lastIdx="3" clrIdx="0"/>
  <p:cmAuthor id="763" name="池依曼" initials="池" lastIdx="2" clrIdx="72"/>
  <p:cmAuthor id="764" name="未知用户219" initials="未" lastIdx="3" clrIdx="0"/>
  <p:cmAuthor id="765" name="未知用户230" initials="未" lastIdx="2" clrIdx="0"/>
  <p:cmAuthor id="766" name="未知用户231" initials="未" lastIdx="1" clrIdx="0"/>
  <p:cmAuthor id="767" name="未知用户232" initials="未" lastIdx="1" clrIdx="0"/>
  <p:cmAuthor id="768" name="未知用户237" initials="未" lastIdx="7" clrIdx="0"/>
  <p:cmAuthor id="769" name="未知用户226" initials="未" lastIdx="1" clrIdx="0"/>
  <p:cmAuthor id="770" name="亚运 曹" initials="亚" lastIdx="3" clrIdx="2"/>
  <p:cmAuthor id="772" name="张正明" initials="张" lastIdx="1" clrIdx="0"/>
  <p:cmAuthor id="773" name="FANG SUN" initials="F" lastIdx="2" clrIdx="4"/>
  <p:cmAuthor id="774" name="富德生命人寿" initials="富" lastIdx="1" clrIdx="0"/>
  <p:cmAuthor id="775" name="袁缘" initials="袁" lastIdx="0" clrIdx="0"/>
  <p:cmAuthor id="776" name="未知用户416" initials="未" lastIdx="1" clrIdx="0"/>
  <p:cmAuthor id="777" name="未知用户404" initials="未" lastIdx="15" clrIdx="0"/>
  <p:cmAuthor id="778" name="未知用户408" initials="未" lastIdx="1" clrIdx="1"/>
  <p:cmAuthor id="1411827" name="黄晓平" initials="黄" lastIdx="0" clrIdx="0"/>
  <p:cmAuthor id="779" name="未知用户409" initials="未" lastIdx="7" clrIdx="0"/>
  <p:cmAuthor id="780" name="未知用户412" initials="未" lastIdx="0" clrIdx="1"/>
  <p:cmAuthor id="781" name="未知用户413" initials="未" lastIdx="1" clrIdx="0"/>
  <p:cmAuthor id="782" name="未知用户414" initials="未" lastIdx="1" clrIdx="0"/>
  <p:cmAuthor id="783" name="未知用户415" initials="未" lastIdx="1" clrIdx="0"/>
  <p:cmAuthor id="191251535" name="沈霄雷" initials="沈" lastIdx="833089" clrIdx="0"/>
  <p:cmAuthor id="784" name="未知用户215" initials="未" lastIdx="0" clrIdx="0"/>
  <p:cmAuthor id="785" name="未知用户217" initials="未" lastIdx="0" clrIdx="0"/>
  <p:cmAuthor id="786" name="未知用户261" initials="未" lastIdx="0" clrIdx="0"/>
  <p:cmAuthor id="787" name="未知用户371" initials="未" lastIdx="1" clrIdx="0"/>
  <p:cmAuthor id="788" name="未知用户370" initials="未" lastIdx="1" clrIdx="0"/>
  <p:cmAuthor id="789" name="未知用户347" initials="未" lastIdx="10" clrIdx="0"/>
  <p:cmAuthor id="790" name="未知用户348" initials="未" lastIdx="1" clrIdx="0"/>
  <p:cmAuthor id="791" name="未知用户286" initials="未" lastIdx="1" clrIdx="0"/>
  <p:cmAuthor id="792" name="未知用户373" initials="未" lastIdx="2" clrIdx="0"/>
  <p:cmAuthor id="793" name="未知用户350" initials="未" lastIdx="1" clrIdx="0"/>
  <p:cmAuthor id="794" name="未知用户218" initials="未" lastIdx="0" clrIdx="0"/>
  <p:cmAuthor id="795" name="未知用户351" initials="未" lastIdx="1" clrIdx="0"/>
  <p:cmAuthor id="796" name="未知用户352" initials="未" lastIdx="1" clrIdx="1"/>
  <p:cmAuthor id="797" name="未知用户353" initials="未" lastIdx="7" clrIdx="0"/>
  <p:cmAuthor id="798" name="未知用户354" initials="未" lastIdx="3" clrIdx="0"/>
  <p:cmAuthor id="799" name="未知用户355" initials="未" lastIdx="1" clrIdx="0"/>
  <p:cmAuthor id="800" name="未知用户356" initials="未" lastIdx="0" clrIdx="0"/>
  <p:cmAuthor id="801" name="未知用户378" initials="未" lastIdx="1" clrIdx="0"/>
  <p:cmAuthor id="802" name="未知用户357" initials="未" lastIdx="9" clrIdx="0"/>
  <p:cmAuthor id="803" name="未知用户362" initials="未" lastIdx="1" clrIdx="0"/>
  <p:cmAuthor id="804" name="未知用户363" initials="未" lastIdx="0" clrIdx="0"/>
  <p:cmAuthor id="805" name="未知用户374" initials="未" lastIdx="1" clrIdx="0"/>
  <p:cmAuthor id="49" name="实习生_严政宇" initials="实" lastIdx="2" clrIdx="1"/>
  <p:cmAuthor id="806" name="未知用户375" initials="未" lastIdx="1" clrIdx="0"/>
  <p:cmAuthor id="807" name="未知用户369" initials="未" lastIdx="2" clrIdx="0"/>
  <p:cmAuthor id="808" name="未知用户376" initials="未" lastIdx="22" clrIdx="0"/>
  <p:cmAuthor id="809" name="未知用户377" initials="未" lastIdx="1" clrIdx="0"/>
  <p:cmAuthor id="810" name="未知用户372" initials="未" lastIdx="1" clrIdx="1"/>
  <p:cmAuthor id="811" name="Xzjd" initials="X" lastIdx="2" clrIdx="0"/>
  <p:cmAuthor id="814" name="未知用户466" initials="未" lastIdx="3" clrIdx="0"/>
  <p:cmAuthor id="815" name="未知用户460" initials="未" lastIdx="1" clrIdx="0"/>
  <p:cmAuthor id="816" name="未知用户454" initials="未" lastIdx="2" clrIdx="0"/>
  <p:cmAuthor id="817" name="未知用户461" initials="未" lastIdx="0" clrIdx="0"/>
  <p:cmAuthor id="818" name="未知用户455" initials="未" lastIdx="1" clrIdx="0"/>
  <p:cmAuthor id="819" name="未知用户462" initials="未" lastIdx="10" clrIdx="0"/>
  <p:cmAuthor id="63" name="未知用户41" initials="未知用户41" lastIdx="1" clrIdx="0"/>
  <p:cmAuthor id="820" name="未知用户465" initials="未" lastIdx="1" clrIdx="5"/>
  <p:cmAuthor id="821" name="未知用户457" initials="未" lastIdx="1" clrIdx="0"/>
  <p:cmAuthor id="822" name="未知用户450" initials="未" lastIdx="0" clrIdx="0"/>
  <p:cmAuthor id="823" name="未知用户463" initials="未" lastIdx="1" clrIdx="18"/>
  <p:cmAuthor id="824" name="未知用户467" initials="未" lastIdx="0" clrIdx="0"/>
  <p:cmAuthor id="68" name="wanghao31" initials="w" lastIdx="2" clrIdx="0"/>
  <p:cmAuthor id="825" name="未知用户468" initials="未" lastIdx="1" clrIdx="0"/>
  <p:cmAuthor id="826" name="未知用户469" initials="未" lastIdx="1" clrIdx="0"/>
  <p:cmAuthor id="827" name="未知用户458" initials="未" lastIdx="2" clrIdx="0"/>
  <p:cmAuthor id="828" name="未知用户470" initials="未" lastIdx="1" clrIdx="0"/>
  <p:cmAuthor id="829" name="未知用户471" initials="未" lastIdx="1" clrIdx="0"/>
  <p:cmAuthor id="830" name="未知用户472" initials="未" lastIdx="1" clrIdx="0"/>
  <p:cmAuthor id="831" name="未知用户473" initials="未" lastIdx="4" clrIdx="0"/>
  <p:cmAuthor id="832" name="未知用户235" initials="未" lastIdx="0" clrIdx="1"/>
  <p:cmAuthor id="833" name="未知用户453" initials="未" lastIdx="1" clrIdx="0"/>
  <p:cmAuthor id="834" name="未知用户474" initials="未" lastIdx="0" clrIdx="0"/>
  <p:cmAuthor id="835" name="未知用户475" initials="未" lastIdx="0" clrIdx="0"/>
  <p:cmAuthor id="836" name="未知用户476" initials="未" lastIdx="1" clrIdx="0"/>
  <p:cmAuthor id="837" name="未知用户459" initials="未" lastIdx="1" clrIdx="1"/>
  <p:cmAuthor id="838" name="未知用户489" initials="未" lastIdx="1" clrIdx="0"/>
  <p:cmAuthor id="839" name="未知用户488" initials="未" lastIdx="10" clrIdx="0"/>
  <p:cmAuthor id="840" name="未知用户490" initials="未" lastIdx="1" clrIdx="0"/>
  <p:cmAuthor id="84" name="未知用户14" initials="未" lastIdx="4" clrIdx="2"/>
  <p:cmAuthor id="841" name="未知用户477" initials="未" lastIdx="2" clrIdx="0"/>
  <p:cmAuthor id="85" name="easonyoun" initials="e" lastIdx="0" clrIdx="0"/>
  <p:cmAuthor id="842" name="未知用户478" initials="未" lastIdx="1" clrIdx="0"/>
  <p:cmAuthor id="843" name="未知用户479" initials="未" lastIdx="0" clrIdx="8"/>
  <p:cmAuthor id="844" name="未知用户480" initials="未" lastIdx="1" clrIdx="0"/>
  <p:cmAuthor id="88" name="Sky123.Org" initials="S" lastIdx="1" clrIdx="0"/>
  <p:cmAuthor id="845" name="未知用户481" initials="未" lastIdx="10" clrIdx="0"/>
  <p:cmAuthor id="846" name="未知用户482" initials="未" lastIdx="1" clrIdx="0"/>
  <p:cmAuthor id="847" name="未知用户483" initials="未" lastIdx="1" clrIdx="0"/>
  <p:cmAuthor id="91" name=" " initials=" " lastIdx="1" clrIdx="1"/>
  <p:cmAuthor id="848" name="未知用户484" initials="未" lastIdx="1" clrIdx="0"/>
  <p:cmAuthor id="849" name="未知用户485" initials="未" lastIdx="1" clrIdx="0"/>
  <p:cmAuthor id="850" name="未知用户486" initials="未" lastIdx="0" clrIdx="0"/>
  <p:cmAuthor id="851" name="未知用户452" initials="未" lastIdx="2" clrIdx="0"/>
  <p:cmAuthor id="852" name="未知用户456" initials="未" lastIdx="1" clrIdx="0"/>
  <p:cmAuthor id="853" name="未知用户464" initials="未" lastIdx="0" clrIdx="0"/>
  <p:cmAuthor id="854" name="未知用户487" initials="未" lastIdx="0" clrIdx="0"/>
  <p:cmAuthor id="861" name="seki" initials="s" lastIdx="1" clrIdx="0"/>
  <p:cmAuthor id="132" name="China" initials="C" lastIdx="1" clrIdx="0"/>
  <p:cmAuthor id="133" name="AbuSina" initials="A" lastIdx="2" clrIdx="0"/>
  <p:cmAuthor id="139" name="刘莹" initials="刘" lastIdx="1" clrIdx="2"/>
  <p:cmAuthor id="140" name="彭凯" initials="彭" lastIdx="1" clrIdx="1"/>
  <p:cmAuthor id="143" name="总公司培训部" initials="总" lastIdx="3" clrIdx="9"/>
  <p:cmAuthor id="146" name="Duncan" initials="D" lastIdx="1" clrIdx="146"/>
  <p:cmAuthor id="147" name="未知用户1" initials="未" lastIdx="1" clrIdx="147"/>
  <p:cmAuthor id="150" name="49254" initials="4" lastIdx="1" clrIdx="0"/>
  <p:cmAuthor id="151" name="lgp" initials="l" lastIdx="3" clrIdx="0"/>
  <p:cmAuthor id="152" name="沛斯 钟" initials="沛" lastIdx="1" clrIdx="2"/>
  <p:cmAuthor id="155" name="未知的使用者76" initials="未" lastIdx="1" clrIdx="0"/>
  <p:cmAuthor id="157" name="刘浩" initials="刘" lastIdx="180431" clrIdx="0"/>
  <p:cmAuthor id="158" name="547716734@qq.com" initials="5" lastIdx="0" clrIdx="0"/>
  <p:cmAuthor id="159" name="shuaibing" initials="s" lastIdx="5" clrIdx="0"/>
  <p:cmAuthor id="161" name="贺龙" initials="贺" lastIdx="1" clrIdx="0"/>
  <p:cmAuthor id="164" name="林 声洋" initials="林" lastIdx="1" clrIdx="0"/>
  <p:cmAuthor id="166" name="zhengzhong" initials="z" lastIdx="2" clrIdx="0"/>
  <p:cmAuthor id="172" name="01116785" initials="0" lastIdx="1" clrIdx="146"/>
  <p:cmAuthor id="173" name="01111107" initials="0" lastIdx="1" clrIdx="147"/>
  <p:cmAuthor id="174" name="王嘉雯\01190533" initials="王嘉雯\01190533" lastIdx="1" clrIdx="148"/>
  <p:cmAuthor id="175" name="吴弘毅\01158281" initials="吴弘毅\01158281" lastIdx="1" clrIdx="149"/>
  <p:cmAuthor id="176" name="张文斌\01125916" initials="张文斌\01125916" lastIdx="23" clrIdx="150"/>
  <p:cmAuthor id="177" name="曾杰/01004502" initials="曾杰/01004502" lastIdx="1" clrIdx="151"/>
  <p:cmAuthor id="178" name="gongxuan" initials="g" lastIdx="1" clrIdx="0"/>
  <p:cmAuthor id="179" name="zhuqy3" initials="z" lastIdx="1" clrIdx="0"/>
  <p:cmAuthor id="180" name="雷庭" initials="雷" lastIdx="8" clrIdx="0"/>
  <p:cmAuthor id="181" name="黄元" initials="黄" lastIdx="1" clrIdx="1"/>
  <p:cmAuthor id="182" name="Ju. Holden" initials="J" lastIdx="1" clrIdx="0"/>
  <p:cmAuthor id="183" name="01205108" initials="0" lastIdx="1" clrIdx="182"/>
  <p:cmAuthor id="184" name="sivaram" initials="s" lastIdx="1" clrIdx="0"/>
  <p:cmAuthor id="185" name="пользователь Microsoft Office" initials="п" lastIdx="1" clrIdx="0"/>
  <p:cmAuthor id="186" name="刘淼" initials="刘" lastIdx="4" clrIdx="6"/>
  <p:cmAuthor id="187" name="Office 365" initials="O" lastIdx="1" clrIdx="0"/>
  <p:cmAuthor id="188" name="1716266060@qq.com" initials="1" lastIdx="1" clrIdx="0"/>
  <p:cmAuthor id="189" name="程学春 cxc" initials="程" lastIdx="1" clrIdx="0"/>
  <p:cmAuthor id="190" name="chenli8" initials="c" lastIdx="10" clrIdx="0"/>
  <p:cmAuthor id="191" name="448097321@qq.com" initials="4" lastIdx="0" clrIdx="0"/>
  <p:cmAuthor id="192" name="zhumin1" initials="z" lastIdx="1" clrIdx="1"/>
  <p:cmAuthor id="193" name="FS" initials="F" lastIdx="1" clrIdx="0"/>
  <p:cmAuthor id="194" name="Temp" initials="T" lastIdx="0" clrIdx="0"/>
  <p:cmAuthor id="195" name="刘岸亮" initials="刘" lastIdx="1" clrIdx="0"/>
  <p:cmAuthor id="196" name="雍中婧" initials="雍" lastIdx="26" clrIdx="0"/>
  <p:cmAuthor id="197" name="任斐" initials="任" lastIdx="1" clrIdx="1"/>
  <p:cmAuthor id="198" name="tpxiao" initials="t" lastIdx="1" clrIdx="0"/>
  <p:cmAuthor id="199" name="A5937" initials="A" lastIdx="1" clrIdx="137"/>
  <p:cmAuthor id="200" name="未知的使用者112" initials="未" lastIdx="1" clrIdx="1"/>
  <p:cmAuthor id="201" name="邓蓉榕" initials="邓" lastIdx="1" clrIdx="0"/>
  <p:cmAuthor id="202" name="zhoujw08" initials="z" lastIdx="1" clrIdx="201"/>
  <p:cmAuthor id="203" name="时方赛" initials="时" lastIdx="1" clrIdx="202"/>
  <p:cmAuthor id="204" name="huangxm31" initials="h" lastIdx="2" clrIdx="203"/>
  <p:cmAuthor id="205" name="未知的使用者146" initials="未" lastIdx="1" clrIdx="0"/>
  <p:cmAuthor id="206" name="zhangbw18" initials="z" lastIdx="1" clrIdx="205"/>
  <p:cmAuthor id="207" name="wangll132" initials="w" lastIdx="1" clrIdx="206"/>
  <p:cmAuthor id="208" name="dingyuemei" initials="d" lastIdx="1" clrIdx="21"/>
  <p:cmAuthor id="209" name="chenxu001" initials="c" lastIdx="1" clrIdx="208"/>
  <p:cmAuthor id="210" name="Raffeal" initials="R" lastIdx="1" clrIdx="209"/>
  <p:cmAuthor id="211" name="刘云飞" initials="刘" lastIdx="1" clrIdx="6"/>
  <p:cmAuthor id="212" name="Yoda KK" initials="Y" lastIdx="1" clrIdx="10"/>
  <p:cmAuthor id="213" name="Dell" initials="D" lastIdx="0" clrIdx="0"/>
  <p:cmAuthor id="214" name="李 斌" initials="李" lastIdx="3" clrIdx="0"/>
  <p:cmAuthor id="215" name="未知的使用者140" initials="未" lastIdx="1" clrIdx="1"/>
  <p:cmAuthor id="216" name="田海兰" initials="田" lastIdx="4" clrIdx="1"/>
  <p:cmAuthor id="217" name="柯 少鹏" initials="柯" lastIdx="1" clrIdx="0"/>
  <p:cmAuthor id="218" name="刘承刚" initials="刘" lastIdx="6" clrIdx="0"/>
  <p:cmAuthor id="219" name="韩冰" initials="韩" lastIdx="4" clrIdx="0"/>
  <p:cmAuthor id="220" name="acer" initials="a" lastIdx="1" clrIdx="0"/>
  <p:cmAuthor id="221" name="冯敏" initials="冯" lastIdx="1" clrIdx="0"/>
  <p:cmAuthor id="222" name="pc" initials="p" lastIdx="1" clrIdx="1"/>
  <p:cmAuthor id="223" name="贾彬彬" initials="贾" lastIdx="1" clrIdx="0"/>
  <p:cmAuthor id="224" name="未知用户46" initials="未" lastIdx="1" clrIdx="2"/>
  <p:cmAuthor id="225" name="未知用户47" initials="未" lastIdx="1" clrIdx="0"/>
  <p:cmAuthor id="226" name="未知用户32" initials="未" lastIdx="1" clrIdx="0"/>
  <p:cmAuthor id="227" name="未知用户25" initials="未" lastIdx="8" clrIdx="0"/>
  <p:cmAuthor id="228" name="未知用户48" initials="未" lastIdx="20" clrIdx="0"/>
  <p:cmAuthor id="229" name="未知用户29" initials="未" lastIdx="9" clrIdx="0"/>
  <p:cmAuthor id="230" name="未知用户30" initials="未" lastIdx="1" clrIdx="0"/>
  <p:cmAuthor id="231" name="未知的使用者117" initials="未" lastIdx="1" clrIdx="0"/>
  <p:cmAuthor id="232" name="未知的使用者115" initials="未" lastIdx="1" clrIdx="1"/>
  <p:cmAuthor id="233" name="未知用户43" initials="未" lastIdx="1" clrIdx="1"/>
  <p:cmAuthor id="234" name="未知用户44" initials="未" lastIdx="1" clrIdx="0"/>
  <p:cmAuthor id="235" name="未知用户45" initials="未" lastIdx="1" clrIdx="0"/>
  <p:cmAuthor id="236" name="sun frank" initials="s" lastIdx="1" clrIdx="0"/>
  <p:cmAuthor id="237" name="未知的使用者198" initials="未" lastIdx="1" clrIdx="0"/>
  <p:cmAuthor id="238" name="徐 伟钦" initials="徐" lastIdx="2" clrIdx="0"/>
  <p:cmAuthor id="239" name="李昕玫" initials="李" lastIdx="1" clrIdx="0"/>
  <p:cmAuthor id="240" name="lianxing liao" initials="l" lastIdx="1" clrIdx="0"/>
  <p:cmAuthor id="241" name="未知用户" initials="未" lastIdx="1" clrIdx="0"/>
  <p:cmAuthor id="242" name="yangysh" initials="y" lastIdx="1" clrIdx="0"/>
  <p:cmAuthor id="243" name="ZZC" initials="Z" lastIdx="1" clrIdx="1"/>
  <p:cmAuthor id="244" name="李晨曦" initials="李" lastIdx="14" clrIdx="0"/>
  <p:cmAuthor id="245" name="Bonan Qi" initials="B" lastIdx="43" clrIdx="0"/>
  <p:cmAuthor id="246" name="未知的使用者186" initials="未" lastIdx="10" clrIdx="0"/>
  <p:cmAuthor id="247" name="tianan" initials="t" lastIdx="1" clrIdx="5"/>
  <p:cmAuthor id="248" name="朱雪松" initials="朱" lastIdx="2" clrIdx="2"/>
  <p:cmAuthor id="249" name="未知的使用者202" initials="未" lastIdx="0" clrIdx="1"/>
  <p:cmAuthor id="250" name="Vagun Vagun" initials="V" lastIdx="1" clrIdx="0"/>
  <p:cmAuthor id="251" name="李秋静" initials="李" lastIdx="1" clrIdx="1"/>
  <p:cmAuthor id="252" name="陈林" initials="陈" lastIdx="1" clrIdx="0"/>
  <p:cmAuthor id="253" name="Author" initials="A" lastIdx="0" clrIdx="2"/>
  <p:cmAuthor id="254" name="张梦莞" initials="张" lastIdx="1" clrIdx="27"/>
  <p:cmAuthor id="255" name="严之" initials="严" lastIdx="3" clrIdx="0"/>
  <p:cmAuthor id="256" name="程诗媛" initials="程" lastIdx="4" clrIdx="1"/>
  <p:cmAuthor id="257" name="未知的使用者41" initials="未" lastIdx="5" clrIdx="1"/>
  <p:cmAuthor id="258" name="apple" initials="a" lastIdx="1" clrIdx="0"/>
  <p:cmAuthor id="259" name="Evonlin" initials="E" lastIdx="2" clrIdx="2"/>
  <p:cmAuthor id="260" name="86139" initials="8" lastIdx="1" clrIdx="0"/>
  <p:cmAuthor id="261" name="朴鹏-lhq" initials="朴" lastIdx="0" clrIdx="18"/>
  <p:cmAuthor id="262" name="吕 阔" initials="吕" lastIdx="1" clrIdx="22"/>
  <p:cmAuthor id="263" name="ozg106" initials="o" lastIdx="1" clrIdx="92"/>
  <p:cmAuthor id="264" name="冰箱" initials="冰" lastIdx="1" clrIdx="0"/>
  <p:cmAuthor id="265" name="lixun" initials="l" lastIdx="0" clrIdx="16"/>
  <p:cmAuthor id="266" name="Isabella" initials="I" lastIdx="4" clrIdx="4"/>
  <p:cmAuthor id="267" name="KK Yoda" initials="K" lastIdx="1" clrIdx="10"/>
  <p:cmAuthor id="268" name="未知用户36" initials="未" lastIdx="10" clrIdx="0"/>
  <p:cmAuthor id="269" name="未知用户148" initials="未" lastIdx="1" clrIdx="0"/>
  <p:cmAuthor id="270" name="未知用户163" initials="未" lastIdx="1" clrIdx="0"/>
  <p:cmAuthor id="271" name="未知用户151" initials="未" lastIdx="0" clrIdx="1"/>
  <p:cmAuthor id="272" name="未知用户152" initials="未" lastIdx="3" clrIdx="0"/>
  <p:cmAuthor id="1479014760" name="谭江红" initials="谭" lastIdx="1" clrIdx="23"/>
  <p:cmAuthor id="273" name="未知用户164" initials="未" lastIdx="0" clrIdx="1"/>
  <p:cmAuthor id="274" name="未知用户153" initials="未" lastIdx="2" clrIdx="0"/>
  <p:cmAuthor id="275" name="未知用户154" initials="未" lastIdx="1" clrIdx="0"/>
  <p:cmAuthor id="276" name="未知用户155" initials="未" lastIdx="2" clrIdx="0"/>
  <p:cmAuthor id="277" name="未知用户156" initials="未" lastIdx="15" clrIdx="0"/>
  <p:cmAuthor id="278" name="未知用户157" initials="未" lastIdx="1" clrIdx="0"/>
  <p:cmAuthor id="279" name="未知用户158" initials="未" lastIdx="7" clrIdx="0"/>
  <p:cmAuthor id="280" name="未知用户159" initials="未" lastIdx="1" clrIdx="0"/>
  <p:cmAuthor id="281" name="未知用户160" initials="未" lastIdx="1" clrIdx="0"/>
  <p:cmAuthor id="282" name="未知用户161" initials="未" lastIdx="1" clrIdx="0"/>
  <p:cmAuthor id="283" name="未知用户162" initials="未" lastIdx="2" clrIdx="0"/>
  <p:cmAuthor id="284" name="未知用户149" initials="未" lastIdx="0" clrIdx="0"/>
  <p:cmAuthor id="285" name="未知用户146" initials="未" lastIdx="1" clrIdx="21"/>
  <p:cmAuthor id="286" name="未知用户147" initials="未" lastIdx="1" clrIdx="0"/>
  <p:cmAuthor id="287" name="刘仕俭" initials="刘" lastIdx="1" clrIdx="0"/>
  <p:cmAuthor id="288" name="Changing Zhuang" initials="C" lastIdx="1" clrIdx="1"/>
  <p:cmAuthor id="289" name="未知用户177" initials="未" lastIdx="7" clrIdx="0"/>
  <p:cmAuthor id="290" name="未知用户178" initials="未" lastIdx="7" clrIdx="0"/>
  <p:cmAuthor id="291" name="未知用户179" initials="未" lastIdx="1" clrIdx="0"/>
  <p:cmAuthor id="292" name="未知用户180" initials="未" lastIdx="0" clrIdx="0"/>
  <p:cmAuthor id="293" name="未知用户181" initials="未" lastIdx="0" clrIdx="1"/>
  <p:cmAuthor id="294" name="未知用户182" initials="未" lastIdx="1" clrIdx="0"/>
  <p:cmAuthor id="295" name="未知用户183" initials="未" lastIdx="1" clrIdx="0"/>
  <p:cmAuthor id="296" name="未知用户184" initials="未" lastIdx="2" clrIdx="0"/>
  <p:cmAuthor id="297" name="未知用户187" initials="未" lastIdx="0" clrIdx="0"/>
  <p:cmAuthor id="298" name="未知用户185" initials="未" lastIdx="1" clrIdx="21"/>
  <p:cmAuthor id="299" name="未知用户186" initials="未" lastIdx="1" clrIdx="0"/>
  <p:cmAuthor id="300" name="哒哒 熊猫" initials="哒" lastIdx="1" clrIdx="0"/>
  <p:cmAuthor id="301" name="Yun-Ting Tseng" initials="Y" lastIdx="7" clrIdx="0"/>
  <p:cmAuthor id="302" name="Miss 豆" initials="M" lastIdx="0" clrIdx="0"/>
  <p:cmAuthor id="303" name="G" initials="G" lastIdx="1" clrIdx="22"/>
  <p:cmAuthor id="304" name="我" initials="我" lastIdx="1" clrIdx="32"/>
  <p:cmAuthor id="305" name="??" initials="?" lastIdx="1" clrIdx="0"/>
  <p:cmAuthor id="307" name="未知用户108" initials="未" lastIdx="1" clrIdx="0"/>
  <p:cmAuthor id="308" name="未知用户72" initials="未" lastIdx="2" clrIdx="0"/>
  <p:cmAuthor id="309" name="未知用户73" initials="未" lastIdx="1" clrIdx="0"/>
  <p:cmAuthor id="310" name="未知用户74" initials="未" lastIdx="0" clrIdx="0"/>
  <p:cmAuthor id="311" name="未知用户110" initials="未" lastIdx="14" clrIdx="0"/>
  <p:cmAuthor id="312" name="未知用户77" initials="未" lastIdx="2" clrIdx="0"/>
  <p:cmAuthor id="313" name="百里 长青" initials="百" lastIdx="1" clrIdx="0"/>
  <p:cmAuthor id="314" name="熘?" initials="熘" lastIdx="1" clrIdx="0"/>
  <p:cmAuthor id="315" name="cpic" initials="c" lastIdx="0" clrIdx="0"/>
  <p:cmAuthor id="316" name="谷雨" initials="谷" lastIdx="1" clrIdx="0"/>
  <p:cmAuthor id="317" name="taowei" initials="t" lastIdx="1" clrIdx="0"/>
  <p:cmAuthor id="318" name="中星 叶" initials="中" lastIdx="1" clrIdx="22"/>
  <p:cmAuthor id="319" name="Dizzy" initials="D" lastIdx="3" clrIdx="0"/>
  <p:cmAuthor id="320" name="倚海听风" initials="倚" lastIdx="1" clrIdx="21"/>
  <p:cmAuthor id="321" name="CodonMedical" initials="C" lastIdx="109" clrIdx="2"/>
  <p:cmAuthor id="322" name="Yvonne Lin" initials="Y" lastIdx="35" clrIdx="3"/>
  <p:cmAuthor id="323" name="Gallivan, John-Paul {MDAO~Basel}" initials="G" lastIdx="4" clrIdx="4"/>
  <p:cmAuthor id="324" name="Helms, Hans-Joachim {MDBA~Basel}" initials="H" lastIdx="36" clrIdx="5"/>
  <p:cmAuthor id="325" name="Codon Medical" initials="C" lastIdx="57" clrIdx="6"/>
  <p:cmAuthor id="326" name="Petersen, Jenny {MDBD~South San Francisco}" initials="P" lastIdx="4" clrIdx="7"/>
  <p:cmAuthor id="327" name="刘风香" initials="刘" lastIdx="5" clrIdx="20"/>
  <p:cmAuthor id="328" name="feng wei" initials="f" lastIdx="1" clrIdx="0"/>
  <p:cmAuthor id="329" name="Meredith Kalish" initials="M" lastIdx="19" clrIdx="10"/>
  <p:cmAuthor id="330" name="Mary Beattie" initials="M" lastIdx="11" clrIdx="11"/>
  <p:cmAuthor id="331" name="Melanie Smitt" initials="M" lastIdx="33" clrIdx="12"/>
  <p:cmAuthor id="332" name="Andrea Michels" initials="A" lastIdx="13" clrIdx="13"/>
  <p:cmAuthor id="333" name="Daniel Clyde (HI)" initials="D" lastIdx="24" clrIdx="0"/>
  <p:cmAuthor id="334" name="Fitzpatrick, Nicole {MGAO~Basel}" initials="F" lastIdx="16" clrIdx="1"/>
  <p:cmAuthor id="335" name="Kate Rijnen" initials="K" lastIdx="11" clrIdx="2"/>
  <p:cmAuthor id="336" name="Mark McGregor (HI)" initials="M" lastIdx="33" clrIdx="3"/>
  <p:cmAuthor id="337" name="Machackova, Zuzana {MDAO~Basel}" initials="M" lastIdx="37" clrIdx="5"/>
  <p:cmAuthor id="338" name="Franca, Ryan {MDAO~Basel}" initials="F" lastIdx="6" clrIdx="6"/>
  <p:cmAuthor id="339" name="Bart Baranowski (HI)" initials="B" lastIdx="16" clrIdx="7"/>
  <p:cmAuthor id="340" name="Helen Keyworth (HI)" initials="H" lastIdx="77" clrIdx="8"/>
  <p:cmAuthor id="341" name="Louise Adamson (HI)" initials="L" lastIdx="173" clrIdx="9"/>
  <p:cmAuthor id="342" name="Andrew Moss (HI)" initials="A" lastIdx="10" clrIdx="10"/>
  <p:cmAuthor id="343" name="David Morgan (HI)" initials="D" lastIdx="17" clrIdx="11"/>
  <p:cmAuthor id="344" name="Kate Sillitoe (HI)" initials="K" lastIdx="4" clrIdx="12"/>
  <p:cmAuthor id="345" name="孟轩君" initials="孟" lastIdx="2" clrIdx="0"/>
  <p:cmAuthor id="346" name="hpguan" initials="h" lastIdx="27" clrIdx="0"/>
  <p:cmAuthor id="347" name="miaott" initials="m" lastIdx="0" clrIdx="195"/>
  <p:cmAuthor id="348" name="齐涛" initials="齐" lastIdx="1" clrIdx="0"/>
  <p:cmAuthor id="349" name="zhaoby01" initials="z" lastIdx="2" clrIdx="6"/>
  <p:cmAuthor id="350" name="Lydia" initials="L" lastIdx="1" clrIdx="0"/>
  <p:cmAuthor id="351" name="fengyuan03" initials="f" lastIdx="11" clrIdx="1"/>
  <p:cmAuthor id="352" name="古二蛋" initials="古" lastIdx="1" clrIdx="2"/>
  <p:cmAuthor id="353" name="xusha" initials="x" lastIdx="1" clrIdx="2"/>
  <p:cmAuthor id="354" name="李 东科" initials="李" lastIdx="1" clrIdx="35"/>
  <p:cmAuthor id="355" name="甘源" initials="甘" lastIdx="4" clrIdx="0"/>
  <p:cmAuthor id="356" name="何富军" initials="何" lastIdx="1" clrIdx="0"/>
  <p:cmAuthor id="357" name="闫秀丽" initials="闫" lastIdx="0" clrIdx="0"/>
  <p:cmAuthor id="358" name="fafa" initials="f" lastIdx="2" clrIdx="1"/>
  <p:cmAuthor id="359" name="qatr130" initials="q" lastIdx="1" clrIdx="0"/>
  <p:cmAuthor id="360" name="袁正海" initials="袁" lastIdx="1" clrIdx="0"/>
  <p:cmAuthor id="361" name="未知用户84" initials="未" lastIdx="1" clrIdx="0"/>
  <p:cmAuthor id="362" name="未知用户88" initials="未" lastIdx="1" clrIdx="0"/>
  <p:cmAuthor id="363" name="未知用户90" initials="未" lastIdx="1" clrIdx="0"/>
  <p:cmAuthor id="364" name="未知用户93" initials="未" lastIdx="1" clrIdx="0"/>
  <p:cmAuthor id="365" name="未知用户94" initials="未" lastIdx="0" clrIdx="0"/>
  <p:cmAuthor id="366" name="未知用户95" initials="未" lastIdx="1" clrIdx="0"/>
  <p:cmAuthor id="367" name="未知用户96" initials="未" lastIdx="0" clrIdx="1"/>
  <p:cmAuthor id="368" name="未知用户99" initials="未" lastIdx="10" clrIdx="0"/>
  <p:cmAuthor id="369" name="橙子" initials="橙" lastIdx="2" clrIdx="1"/>
  <p:cmAuthor id="370" name="加 林" initials="加" lastIdx="1" clrIdx="0"/>
  <p:cmAuthor id="371" name="wenle369@sina.com" initials="w" lastIdx="1" clrIdx="0"/>
  <p:cmAuthor id="372" name="未知用户418" initials="未" lastIdx="1" clrIdx="0"/>
  <p:cmAuthor id="373" name="未知用户271" initials="未" lastIdx="1" clrIdx="0"/>
  <p:cmAuthor id="374" name="think" initials="t" lastIdx="1" clrIdx="0"/>
  <p:cmAuthor id="375" name="过 去" initials="过" lastIdx="1" clrIdx="0"/>
  <p:cmAuthor id="376" name="ChinaUser" initials="C" lastIdx="1" clrIdx="0"/>
  <p:cmAuthor id="377" name="未知用户75" initials="未" lastIdx="0" clrIdx="0"/>
  <p:cmAuthor id="378" name="未知用户76" initials="未" lastIdx="1" clrIdx="0"/>
  <p:cmAuthor id="379" name="linkplus" initials="l" lastIdx="1" clrIdx="0"/>
  <p:cmAuthor id="380" name="未知用户118" initials="未" lastIdx="1" clrIdx="0"/>
  <p:cmAuthor id="381" name="未知用户119" initials="未" lastIdx="0" clrIdx="0"/>
  <p:cmAuthor id="382" name="未知用户120" initials="未" lastIdx="1" clrIdx="1"/>
  <p:cmAuthor id="383" name="未知用户121" initials="未" lastIdx="8" clrIdx="0"/>
  <p:cmAuthor id="384" name="未知用户122" initials="未" lastIdx="0" clrIdx="0"/>
  <p:cmAuthor id="385" name="未知用户123" initials="未" lastIdx="1" clrIdx="0"/>
  <p:cmAuthor id="386" name="未知用户124" initials="未" lastIdx="9" clrIdx="0"/>
  <p:cmAuthor id="387" name="未知用户125" initials="未" lastIdx="2" clrIdx="0"/>
  <p:cmAuthor id="388" name="未知用户126" initials="未" lastIdx="1" clrIdx="0"/>
  <p:cmAuthor id="389" name="未知用户127" initials="未" lastIdx="1" clrIdx="0"/>
  <p:cmAuthor id="390" name="未知用户128" initials="未" lastIdx="1" clrIdx="0"/>
  <p:cmAuthor id="391" name="未知用户129" initials="未" lastIdx="0" clrIdx="8"/>
  <p:cmAuthor id="392" name="未知用户130" initials="未" lastIdx="1" clrIdx="0"/>
  <p:cmAuthor id="393" name="未知用户131" initials="未" lastIdx="10" clrIdx="0"/>
  <p:cmAuthor id="394" name="未知用户132" initials="未" lastIdx="1" clrIdx="0"/>
  <p:cmAuthor id="395" name="未知用户133" initials="未" lastIdx="2" clrIdx="0"/>
  <p:cmAuthor id="396" name="未知用户134" initials="未" lastIdx="1" clrIdx="0"/>
  <p:cmAuthor id="397" name="未知用户135" initials="未" lastIdx="0" clrIdx="0"/>
  <p:cmAuthor id="398" name="未知用户136" initials="未" lastIdx="1" clrIdx="0"/>
  <p:cmAuthor id="399" name="未知用户137" initials="未" lastIdx="0" clrIdx="0"/>
  <p:cmAuthor id="400" name="未知用户138" initials="未" lastIdx="7" clrIdx="0"/>
  <p:cmAuthor id="401" name="未知用户141" initials="未" lastIdx="0" clrIdx="0"/>
  <p:cmAuthor id="402" name="未知用户142" initials="未" lastIdx="0" clrIdx="1"/>
  <p:cmAuthor id="403" name="未知用户143" initials="未" lastIdx="1" clrIdx="0"/>
  <p:cmAuthor id="404" name="未知用户144" initials="未" lastIdx="1" clrIdx="0"/>
  <p:cmAuthor id="405" name="未知用户145" initials="未" lastIdx="2" clrIdx="0"/>
  <p:cmAuthor id="406" name="未知用户114" initials="未" lastIdx="1" clrIdx="0"/>
  <p:cmAuthor id="407" name="未知用户115" initials="未" lastIdx="0" clrIdx="1"/>
  <p:cmAuthor id="408" name="未知用户116" initials="未" lastIdx="1" clrIdx="0"/>
  <p:cmAuthor id="409" name="未知用户117" initials="未" lastIdx="0" clrIdx="0"/>
  <p:cmAuthor id="410" name="未知用户139" initials="未" lastIdx="0" clrIdx="0"/>
  <p:cmAuthor id="411" name="未知用户188" initials="未" lastIdx="1" clrIdx="0"/>
  <p:cmAuthor id="412" name="未知用户189" initials="未" lastIdx="1" clrIdx="0"/>
  <p:cmAuthor id="413" name="未知用户165" initials="未" lastIdx="1" clrIdx="0"/>
  <p:cmAuthor id="414" name="未知用户166" initials="未" lastIdx="1" clrIdx="0"/>
  <p:cmAuthor id="415" name="未知用户167" initials="未" lastIdx="1" clrIdx="0"/>
  <p:cmAuthor id="416" name="未知用户168" initials="未" lastIdx="0" clrIdx="8"/>
  <p:cmAuthor id="417" name="未知用户169" initials="未" lastIdx="1" clrIdx="0"/>
  <p:cmAuthor id="418" name="未知用户170" initials="未" lastIdx="10" clrIdx="0"/>
  <p:cmAuthor id="419" name="未知用户171" initials="未" lastIdx="1" clrIdx="0"/>
  <p:cmAuthor id="420" name="未知用户172" initials="未" lastIdx="2" clrIdx="0"/>
  <p:cmAuthor id="421" name="未知用户173" initials="未" lastIdx="1" clrIdx="0"/>
  <p:cmAuthor id="422" name="未知用户174" initials="未" lastIdx="0" clrIdx="0"/>
  <p:cmAuthor id="423" name="未知用户175" initials="未" lastIdx="1" clrIdx="0"/>
  <p:cmAuthor id="424" name="未知用户176" initials="未" lastIdx="0" clrIdx="0"/>
  <p:cmAuthor id="425" name="未知用户68" initials="未" lastIdx="1" clrIdx="0"/>
  <p:cmAuthor id="426" name="未知用户65" initials="未" lastIdx="1" clrIdx="0"/>
  <p:cmAuthor id="427" name="alen" initials="a" lastIdx="2" clrIdx="0"/>
  <p:cmAuthor id="428" name="USER" initials="U" lastIdx="0" clrIdx="0"/>
  <p:cmAuthor id="429" name="王 一鸣" initials="王" lastIdx="1" clrIdx="0"/>
  <p:cmAuthor id="430" name="Well Li" initials="W" lastIdx="1" clrIdx="0"/>
  <p:cmAuthor id="431" name="任俊宣" initials="任" lastIdx="1" clrIdx="6"/>
  <p:cmAuthor id="432" name="未知用户198" initials="未" lastIdx="0" clrIdx="0"/>
  <p:cmAuthor id="433" name="未知用户150" initials="未" lastIdx="1" clrIdx="0"/>
  <p:cmAuthor id="434" name="未知用户220" initials="未" lastIdx="1" clrIdx="0"/>
  <p:cmAuthor id="435" name="未知用户221" initials="未" lastIdx="1" clrIdx="0"/>
  <p:cmAuthor id="436" name="未知用户199" initials="未" lastIdx="0" clrIdx="1"/>
  <p:cmAuthor id="437" name="未知用户200" initials="未" lastIdx="2" clrIdx="0"/>
  <p:cmAuthor id="438" name="未知用户201" initials="未" lastIdx="11" clrIdx="1"/>
  <p:cmAuthor id="439" name="未知用户214" initials="未" lastIdx="1" clrIdx="0"/>
  <p:cmAuthor id="440" name="未知用户216" initials="未" lastIdx="1" clrIdx="0"/>
  <p:cmAuthor id="441" name="未知用户202" initials="未" lastIdx="2" clrIdx="0"/>
  <p:cmAuthor id="442" name="未知用户203" initials="未" lastIdx="15" clrIdx="0"/>
  <p:cmAuthor id="443" name="未知用户204" initials="未" lastIdx="1" clrIdx="0"/>
  <p:cmAuthor id="444" name="未知用户205" initials="未" lastIdx="7" clrIdx="0"/>
  <p:cmAuthor id="445" name="未知用户206" initials="未" lastIdx="1" clrIdx="0"/>
  <p:cmAuthor id="446" name="未知用户207" initials="未" lastIdx="1" clrIdx="0"/>
  <p:cmAuthor id="447" name="未知用户208" initials="未" lastIdx="1" clrIdx="0"/>
  <p:cmAuthor id="448" name="未知用户209" initials="未" lastIdx="2" clrIdx="0"/>
  <p:cmAuthor id="449" name="未知用户210" initials="未" lastIdx="0" clrIdx="0"/>
  <p:cmAuthor id="450" name="未知用户213" initials="未" lastIdx="1" clrIdx="2"/>
  <p:cmAuthor id="451" name="未知用户211" initials="未" lastIdx="1" clrIdx="0"/>
  <p:cmAuthor id="452" name="?定义" initials="?" lastIdx="2" clrIdx="0"/>
  <p:cmAuthor id="453" name="sxp" initials="s" lastIdx="1" clrIdx="2"/>
  <p:cmAuthor id="454" name="allan" initials="a" lastIdx="1" clrIdx="0"/>
  <p:cmAuthor id="455" name="he zhirui" initials="h" lastIdx="1" clrIdx="82"/>
  <p:cmAuthor id="456" name="tkadmin" initials="t" lastIdx="1" clrIdx="455"/>
  <p:cmAuthor id="2000" name="陈炫廷" initials="authorId_381196062" lastIdx="0" clrIdx="0"/>
  <p:cmAuthor id="2001" name="魏荣桓_jARjr26j" initials="authorId_483087022" lastIdx="1621446890" clrIdx="0"/>
  <p:cmAuthor id="2002" name="魏 荣桓" initials="魏" lastIdx="2" clrIdx="3"/>
  <p:cmAuthor id="2003" name="李 蔚" initials="李" lastIdx="37" clrIdx="4"/>
  <p:cmAuthor id="2004" name="Chu Chu_ueQ3iQnY" initials="authorId_587999467" lastIdx="1629975982" clrIdx="0"/>
  <p:cmAuthor id="2005" name="Fu.M_RFz2Vby6" initials="authorId_335883387" lastIdx="1631013022" clrIdx="0"/>
  <p:cmAuthor id="2006" name="cmbjnjg" initials="c" lastIdx="1" clrIdx="10"/>
  <p:cmAuthor id="2007" name="付 萌" initials="付" lastIdx="3" clrIdx="14"/>
  <p:cmAuthor id="2008" name="TT" initials="T" lastIdx="1" clrIdx="15"/>
  <p:cmAuthor id="2009" name="cmbsysadmin" initials="c" lastIdx="2" clrIdx="183"/>
  <p:cmAuthor id="2010" name="昊 王" initials="昊王" lastIdx="7" clrIdx="184"/>
  <p:cmAuthor id="2011" name="杰 陈" initials="杰陈" lastIdx="1" clrIdx="185"/>
  <p:cmAuthor id="513" name="王 金谦" initials="王" lastIdx="2" clrIdx="21"/>
  <p:cmAuthor id="516" name="未知用户197" initials="未" lastIdx="0" clrIdx="1"/>
  <p:cmAuthor id="8535702" name="曾蓓/贝贝" initials="曾" lastIdx="0" clrIdx="0"/>
  <p:cmAuthor id="558" name="未知用户337" initials="未" lastIdx="0" clrIdx="0"/>
  <p:cmAuthor id="559" name="未知用户336" initials="未" lastIdx="1" clrIdx="0"/>
  <p:cmAuthor id="560" name="未知用户318" initials="未" lastIdx="1" clrIdx="1"/>
  <p:cmAuthor id="561" name="未知用户319" initials="未" lastIdx="7" clrIdx="0"/>
  <p:cmAuthor id="562" name="未知用户320" initials="未" lastIdx="3" clrIdx="0"/>
  <p:cmAuthor id="564" name="未知用户322" initials="未" lastIdx="0" clrIdx="0"/>
  <p:cmAuthor id="565" name="未知用户323" initials="未" lastIdx="9" clrIdx="0"/>
  <p:cmAuthor id="566" name="未知用户287" initials="未" lastIdx="1" clrIdx="0"/>
  <p:cmAuthor id="567" name="未知用户324" initials="未" lastIdx="1" clrIdx="0"/>
  <p:cmAuthor id="568" name="未知用户325" initials="未" lastIdx="2" clrIdx="0"/>
  <p:cmAuthor id="569" name="未知用户290" initials="未" lastIdx="1" clrIdx="0"/>
  <p:cmAuthor id="570" name="未知用户291" initials="未" lastIdx="1" clrIdx="0"/>
  <p:cmAuthor id="571" name="未知用户292" initials="未" lastIdx="0" clrIdx="0"/>
  <p:cmAuthor id="572" name="未知用户293" initials="未" lastIdx="1" clrIdx="0"/>
  <p:cmAuthor id="573" name="未知用户294" initials="未" lastIdx="1" clrIdx="1"/>
  <p:cmAuthor id="574" name="未知用户295" initials="未" lastIdx="1" clrIdx="0"/>
  <p:cmAuthor id="575" name="未知用户326" initials="未" lastIdx="1" clrIdx="0"/>
  <p:cmAuthor id="576" name="未知用户327" initials="未" lastIdx="2" clrIdx="0"/>
  <p:cmAuthor id="577" name="未知用户328" initials="未" lastIdx="2" clrIdx="0"/>
  <p:cmAuthor id="578" name="未知用户299" initials="未" lastIdx="3" clrIdx="0"/>
  <p:cmAuthor id="579" name="未知用户300" initials="未" lastIdx="22" clrIdx="0"/>
  <p:cmAuthor id="580" name="未知用户301" initials="未" lastIdx="1" clrIdx="0"/>
  <p:cmAuthor id="581" name="未知用户302" initials="未" lastIdx="1" clrIdx="1"/>
  <p:cmAuthor id="582" name="未知用户303" initials="未" lastIdx="1" clrIdx="0"/>
  <p:cmAuthor id="583" name="未知用户304" initials="未" lastIdx="1" clrIdx="35"/>
  <p:cmAuthor id="584" name="未知用户305" initials="未" lastIdx="1" clrIdx="0"/>
  <p:cmAuthor id="585" name="未知用户306" initials="未" lastIdx="0" clrIdx="0"/>
  <p:cmAuthor id="586" name="未知用户222" initials="未" lastIdx="1" clrIdx="1"/>
  <p:cmAuthor id="587" name="未知用户224" initials="未" lastIdx="0" clrIdx="0"/>
  <p:cmAuthor id="588" name="未知用户332" initials="未" lastIdx="1" clrIdx="0"/>
  <p:cmAuthor id="210492765" name="施普希（菜菜）" initials="施" lastIdx="0" clrIdx="0"/>
  <p:cmAuthor id="589" name="未知用户309" initials="未" lastIdx="0" clrIdx="0"/>
  <p:cmAuthor id="210492766" name="文景 孙" initials="文孙" lastIdx="1" clrIdx="50"/>
  <p:cmAuthor id="590" name="未知用户310" initials="未" lastIdx="1" clrIdx="21"/>
  <p:cmAuthor id="591" name="未知用户311" initials="未" lastIdx="1" clrIdx="0"/>
  <p:cmAuthor id="592" name="未知用户312" initials="未" lastIdx="4" clrIdx="1"/>
  <p:cmAuthor id="593" name="未知用户313" initials="未" lastIdx="1" clrIdx="0"/>
  <p:cmAuthor id="594" name="未知用户335" initials="未" lastIdx="1" clrIdx="0"/>
  <p:cmAuthor id="595" name="未知用户316" initials="未" lastIdx="1" clrIdx="0"/>
  <p:cmAuthor id="596" name="未知用户277" initials="未" lastIdx="1" clrIdx="0"/>
  <p:cmAuthor id="597" name="未知用户278" initials="未" lastIdx="1" clrIdx="0"/>
  <p:cmAuthor id="598" name="未知用户272" initials="未" lastIdx="10" clrIdx="0"/>
  <p:cmAuthor id="599" name="未知用户273" initials="未" lastIdx="1" clrIdx="0"/>
  <p:cmAuthor id="600" name="未知用户279" initials="未" lastIdx="1" clrIdx="1"/>
  <p:cmAuthor id="601" name="未知用户233" initials="未" lastIdx="1" clrIdx="0"/>
  <p:cmAuthor id="602" name="未知用户229" initials="未" lastIdx="0" clrIdx="0"/>
  <p:cmAuthor id="603" name="未知用户234" initials="未" lastIdx="1" clrIdx="0"/>
  <p:cmAuthor id="604" name="未知用户274" initials="未" lastIdx="1" clrIdx="0"/>
  <p:cmAuthor id="605" name="未知用户236" initials="未" lastIdx="0" clrIdx="0"/>
  <p:cmAuthor id="606" name="未知用户280" initials="未" lastIdx="2" clrIdx="0"/>
  <p:cmAuthor id="607" name="未知用户238" initials="未" lastIdx="1" clrIdx="21"/>
  <p:cmAuthor id="608" name="未知用户239" initials="未" lastIdx="1" clrIdx="0"/>
  <p:cmAuthor id="609" name="未知用户240" initials="未" lastIdx="4" clrIdx="1"/>
  <p:cmAuthor id="610" name="未知用户241" initials="未" lastIdx="1" clrIdx="0"/>
  <p:cmAuthor id="611" name="未知用户242" initials="未" lastIdx="1" clrIdx="0"/>
  <p:cmAuthor id="612" name="未知用户243" initials="未" lastIdx="1" clrIdx="0"/>
  <p:cmAuthor id="613" name="未知用户244" initials="未" lastIdx="1" clrIdx="0"/>
  <p:cmAuthor id="614" name="未知用户245" initials="未" lastIdx="1" clrIdx="0"/>
  <p:cmAuthor id="615" name="未知用户246" initials="未" lastIdx="1" clrIdx="1"/>
  <p:cmAuthor id="616" name="未知用户247" initials="未" lastIdx="7" clrIdx="0"/>
  <p:cmAuthor id="617" name="未知用户248" initials="未" lastIdx="3" clrIdx="0"/>
  <p:cmAuthor id="618" name="未知用户249" initials="未" lastIdx="1" clrIdx="0"/>
  <p:cmAuthor id="619" name="未知用户250" initials="未" lastIdx="0" clrIdx="0"/>
  <p:cmAuthor id="620" name="未知用户251" initials="未" lastIdx="9" clrIdx="0"/>
  <p:cmAuthor id="621" name="未知用户252" initials="未" lastIdx="1" clrIdx="0"/>
  <p:cmAuthor id="622" name="未知用户253" initials="未" lastIdx="1" clrIdx="0"/>
  <p:cmAuthor id="623" name="未知用户254" initials="未" lastIdx="2" clrIdx="0"/>
  <p:cmAuthor id="624" name="未知用户255" initials="未" lastIdx="1" clrIdx="0"/>
  <p:cmAuthor id="625" name="未知用户256" initials="未" lastIdx="1" clrIdx="0"/>
  <p:cmAuthor id="626" name="未知用户257" initials="未" lastIdx="0" clrIdx="0"/>
  <p:cmAuthor id="627" name="未知用户258" initials="未" lastIdx="1" clrIdx="0"/>
  <p:cmAuthor id="628" name="未知用户259" initials="未" lastIdx="1" clrIdx="1"/>
  <p:cmAuthor id="629" name="未知用户260" initials="未" lastIdx="1" clrIdx="0"/>
  <p:cmAuthor id="630" name="未知用户275" initials="未" lastIdx="1" clrIdx="0"/>
  <p:cmAuthor id="631" name="未知用户276" initials="未" lastIdx="2" clrIdx="0"/>
  <p:cmAuthor id="632" name="未知用户263" initials="未" lastIdx="2" clrIdx="0"/>
  <p:cmAuthor id="633" name="未知用户264" initials="未" lastIdx="3" clrIdx="0"/>
  <p:cmAuthor id="634" name="未知用户265" initials="未" lastIdx="22" clrIdx="0"/>
  <p:cmAuthor id="635" name="未知用户266" initials="未" lastIdx="1" clrIdx="1"/>
  <p:cmAuthor id="636" name="未知用户267" initials="未" lastIdx="1" clrIdx="0"/>
  <p:cmAuthor id="637" name="未知用户268" initials="未" lastIdx="1" clrIdx="35"/>
  <p:cmAuthor id="638" name="未知用户269" initials="未" lastIdx="1" clrIdx="0"/>
  <p:cmAuthor id="639" name="未知用户270" initials="未" lastIdx="0" clrIdx="0"/>
  <p:cmAuthor id="640" name="未知用户193" initials="未" lastIdx="2" clrIdx="0"/>
  <p:cmAuthor id="641" name="未知用户195" initials="未" lastIdx="22" clrIdx="0"/>
  <p:cmAuthor id="642" name="未知用户196" initials="未" lastIdx="1" clrIdx="0"/>
  <p:cmAuthor id="643" name="未知用户358" initials="未" lastIdx="1" clrIdx="0"/>
  <p:cmAuthor id="644" name="未知用户359" initials="未" lastIdx="1" clrIdx="0"/>
  <p:cmAuthor id="645" name="未知用户360" initials="未" lastIdx="10" clrIdx="0"/>
  <p:cmAuthor id="646" name="未知用户361" initials="未" lastIdx="1" clrIdx="0"/>
  <p:cmAuthor id="647" name="未知用户364" initials="未" lastIdx="2" clrIdx="0"/>
  <p:cmAuthor id="648" name="未知用户288" initials="未" lastIdx="1" clrIdx="0"/>
  <p:cmAuthor id="649" name="未知用户297" initials="未" lastIdx="1" clrIdx="0"/>
  <p:cmAuthor id="650" name="未知用户298" initials="未" lastIdx="1" clrIdx="1"/>
  <p:cmAuthor id="651" name="未知用户307" initials="未" lastIdx="7" clrIdx="0"/>
  <p:cmAuthor id="652" name="未知用户308" initials="未" lastIdx="3" clrIdx="0"/>
  <p:cmAuthor id="653" name="未知用户315" initials="未" lastIdx="1" clrIdx="0"/>
  <p:cmAuthor id="654" name="未知用户317" initials="未" lastIdx="0" clrIdx="0"/>
  <p:cmAuthor id="655" name="未知用户329" initials="未" lastIdx="9" clrIdx="0"/>
  <p:cmAuthor id="656" name="未知用户333" initials="未" lastIdx="1" clrIdx="0"/>
  <p:cmAuthor id="657" name="未知用户334" initials="未" lastIdx="1" clrIdx="0"/>
  <p:cmAuthor id="658" name="未知用户340" initials="未" lastIdx="2" clrIdx="0"/>
  <p:cmAuthor id="659" name="未知用户341" initials="未" lastIdx="1" clrIdx="0"/>
  <p:cmAuthor id="660" name="未知用户342" initials="未" lastIdx="1" clrIdx="0"/>
  <p:cmAuthor id="661" name="未知用户343" initials="未" lastIdx="0" clrIdx="0"/>
  <p:cmAuthor id="662" name="未知用户344" initials="未" lastIdx="1" clrIdx="0"/>
  <p:cmAuthor id="663" name="未知用户345" initials="未" lastIdx="1" clrIdx="1"/>
  <p:cmAuthor id="664" name="未知用户365" initials="未" lastIdx="1" clrIdx="0"/>
  <p:cmAuthor id="665" name="未知用户366" initials="未" lastIdx="1" clrIdx="0"/>
  <p:cmAuthor id="666" name="未知用户367" initials="未" lastIdx="2" clrIdx="0"/>
  <p:cmAuthor id="667" name="未知用户368" initials="未" lastIdx="2" clrIdx="0"/>
  <p:cmAuthor id="668" name="未知用户403" initials="未" lastIdx="1" clrIdx="0"/>
  <p:cmAuthor id="669" name="未知用户402" initials="未" lastIdx="1" clrIdx="0"/>
  <p:cmAuthor id="670" name="未知用户379" initials="未" lastIdx="10" clrIdx="0"/>
  <p:cmAuthor id="671" name="未知用户380" initials="未" lastIdx="1" clrIdx="0"/>
  <p:cmAuthor id="672" name="未知用户405" initials="未" lastIdx="2" clrIdx="0"/>
  <p:cmAuthor id="673" name="未知用户382" initials="未" lastIdx="1" clrIdx="0"/>
  <p:cmAuthor id="674" name="未知用户383" initials="未" lastIdx="1" clrIdx="0"/>
  <p:cmAuthor id="675" name="未知用户384" initials="未" lastIdx="1" clrIdx="1"/>
  <p:cmAuthor id="676" name="未知用户385" initials="未" lastIdx="7" clrIdx="0"/>
  <p:cmAuthor id="677" name="未知用户386" initials="未" lastIdx="3" clrIdx="0"/>
  <p:cmAuthor id="678" name="未知用户387" initials="未" lastIdx="1" clrIdx="0"/>
  <p:cmAuthor id="679" name="未知用户388" initials="未" lastIdx="0" clrIdx="0"/>
  <p:cmAuthor id="680" name="未知用户411" initials="未" lastIdx="1" clrIdx="0"/>
  <p:cmAuthor id="681" name="未知用户389" initials="未" lastIdx="9" clrIdx="0"/>
  <p:cmAuthor id="682" name="未知用户390" initials="未" lastIdx="1" clrIdx="0"/>
  <p:cmAuthor id="683" name="未知用户391" initials="未" lastIdx="1" clrIdx="0"/>
  <p:cmAuthor id="684" name="未知用户392" initials="未" lastIdx="2" clrIdx="0"/>
  <p:cmAuthor id="685" name="未知用户393" initials="未" lastIdx="1" clrIdx="0"/>
  <p:cmAuthor id="686" name="未知用户394" initials="未" lastIdx="1" clrIdx="0"/>
  <p:cmAuthor id="687" name="未知用户395" initials="未" lastIdx="0" clrIdx="0"/>
  <p:cmAuthor id="688" name="未知用户396" initials="未" lastIdx="1" clrIdx="0"/>
  <p:cmAuthor id="689" name="未知用户406" initials="未" lastIdx="1" clrIdx="0"/>
  <p:cmAuthor id="690" name="未知用户397" initials="未" lastIdx="1" clrIdx="1"/>
  <p:cmAuthor id="691" name="未知用户407" initials="未" lastIdx="1" clrIdx="0"/>
  <p:cmAuthor id="692" name="未知用户398" initials="未" lastIdx="1" clrIdx="0"/>
  <p:cmAuthor id="693" name="未知用户399" initials="未" lastIdx="1" clrIdx="0"/>
  <p:cmAuthor id="694" name="未知用户400" initials="未" lastIdx="2" clrIdx="0"/>
  <p:cmAuthor id="695" name="未知用户401" initials="未" lastIdx="2" clrIdx="0"/>
  <p:cmAuthor id="696" name="未知用户420" initials="未" lastIdx="1" clrIdx="0"/>
  <p:cmAuthor id="697" name="未知用户421" initials="未" lastIdx="1" clrIdx="0"/>
  <p:cmAuthor id="698" name="未知用户422" initials="未" lastIdx="10" clrIdx="0"/>
  <p:cmAuthor id="699" name="未知用户423" initials="未" lastIdx="1" clrIdx="0"/>
  <p:cmAuthor id="700" name="未知用户424" initials="未" lastIdx="2" clrIdx="0"/>
  <p:cmAuthor id="701" name="未知用户419" initials="未" lastIdx="2" clrIdx="0"/>
  <p:cmAuthor id="702" name="未知用户425" initials="未" lastIdx="1" clrIdx="0"/>
  <p:cmAuthor id="703" name="未知用户426" initials="未" lastIdx="1" clrIdx="0"/>
  <p:cmAuthor id="704" name="未知用户427" initials="未" lastIdx="1" clrIdx="1"/>
  <p:cmAuthor id="705" name="未知用户428" initials="未" lastIdx="7" clrIdx="0"/>
  <p:cmAuthor id="706" name="未知用户429" initials="未" lastIdx="3" clrIdx="0"/>
  <p:cmAuthor id="707" name="未知用户430" initials="未" lastIdx="1" clrIdx="0"/>
  <p:cmAuthor id="708" name="未知用户431" initials="未" lastIdx="1" clrIdx="0"/>
  <p:cmAuthor id="709" name="未知用户432" initials="未" lastIdx="0" clrIdx="0"/>
  <p:cmAuthor id="710" name="未知用户433" initials="未" lastIdx="1" clrIdx="0"/>
  <p:cmAuthor id="711" name="未知用户434" initials="未" lastIdx="9" clrIdx="0"/>
  <p:cmAuthor id="712" name="未知用户435" initials="未" lastIdx="1" clrIdx="0"/>
  <p:cmAuthor id="713" name="未知用户436" initials="未" lastIdx="1" clrIdx="0"/>
  <p:cmAuthor id="714" name="未知用户437" initials="未" lastIdx="2" clrIdx="0"/>
  <p:cmAuthor id="715" name="未知用户438" initials="未" lastIdx="1" clrIdx="0"/>
  <p:cmAuthor id="716" name="未知用户417" initials="未" lastIdx="10" clrIdx="0"/>
  <p:cmAuthor id="717" name="未知用户439" initials="未" lastIdx="2" clrIdx="0"/>
  <p:cmAuthor id="718" name="未知用户440" initials="未" lastIdx="0" clrIdx="0"/>
  <p:cmAuthor id="719" name="未知用户441" initials="未" lastIdx="1" clrIdx="0"/>
  <p:cmAuthor id="720" name="未知用户442" initials="未" lastIdx="1" clrIdx="0"/>
  <p:cmAuthor id="721" name="未知用户443" initials="未" lastIdx="1" clrIdx="1"/>
  <p:cmAuthor id="722" name="未知用户444" initials="未" lastIdx="1" clrIdx="0"/>
  <p:cmAuthor id="723" name="未知用户445" initials="未" lastIdx="1" clrIdx="0"/>
  <p:cmAuthor id="724" name="未知用户446" initials="未" lastIdx="1" clrIdx="0"/>
  <p:cmAuthor id="725" name="未知用户447" initials="未" lastIdx="2" clrIdx="0"/>
  <p:cmAuthor id="726" name="未知用户448" initials="未" lastIdx="2" clrIdx="0"/>
  <p:cmAuthor id="727" name="郭成报" initials="郭" lastIdx="1" clrIdx="726"/>
  <p:cmAuthor id="49837068" name="Vivian Liu" initials="VL" lastIdx="1" clrIdx="1"/>
  <p:cmAuthor id="730" name="zhang li" initials="z" lastIdx="1" clrIdx="138"/>
  <p:cmAuthor id="49837069" name="liu tingting" initials="lt" lastIdx="1" clrIdx="137"/>
  <p:cmAuthor id="49837070" name="黄楹" initials="黄楹" lastIdx="1" clrIdx="155"/>
  <p:cmAuthor id="49837071" name="邹 伟栋" initials="邹" lastIdx="1" clrIdx="207"/>
  <p:cmAuthor id="49837072" name="曹旭/01027229" initials="MSOffice" lastIdx="0" clrIdx="210"/>
  <p:cmAuthor id="49837073" name="wei yan" initials="wy" lastIdx="1" clrIdx="211"/>
  <p:cmAuthor id="735" name="wfbs" initials="w" lastIdx="1" clrIdx="734"/>
  <p:cmAuthor id="49837074" name="林根蔚/01144944" initials="林根蔚/01144944" lastIdx="1" clrIdx="212"/>
  <p:cmAuthor id="736" name="马进东" initials="0" lastIdx="1" clrIdx="735"/>
  <p:cmAuthor id="748" name="殷 积波" initials="殷" lastIdx="1" clrIdx="22"/>
  <p:cmAuthor id="749" name="启浩" initials="启" lastIdx="2" clrIdx="0"/>
  <p:cmAuthor id="750" name="袨?嗴?傤?" initials="袨" lastIdx="0" clrIdx="0"/>
  <p:cmAuthor id="751" name="林玲 郑" initials="林" lastIdx="12" clrIdx="0"/>
  <p:cmAuthor id="752" name="554154816@qq.com" initials="5" lastIdx="0" clrIdx="0"/>
  <p:cmAuthor id="753" name="未知用户192" initials="未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74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Wind\Wind.NET.Client\WindNET\tmp\518880.SH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D:\&#32463;&#20998;&#20250;\&#36149;&#37329;&#23646;&#20998;&#26512;\1.2-22.14&#40644;&#37329;&#20928;&#25950;&#21475;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D:\&#32463;&#20998;&#20250;\&#36149;&#37329;&#23646;&#20998;&#26512;\1.2-22.14&#40644;&#37329;&#20928;&#25950;&#21475;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D:\&#32463;&#20998;&#20250;\&#36149;&#37329;&#23646;&#20998;&#26512;\&#20998;&#26512;&#24213;&#34920;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D:\&#32463;&#20998;&#20250;\&#36149;&#37329;&#23646;&#20998;&#26512;\&#20998;&#26512;&#24213;&#34920;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D:\&#32463;&#20998;&#20250;\&#36149;&#37329;&#23646;&#20998;&#26512;\&#20998;&#26512;&#24213;&#34920;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D:\&#32463;&#20998;&#20250;\&#36149;&#37329;&#23646;&#20998;&#26512;\&#20998;&#26512;&#24213;&#34920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黄金</a:t>
            </a:r>
            <a:r>
              <a:rPr lang="en-US" altLang="zh-CN"/>
              <a:t>ETF</a:t>
            </a:r>
            <a:r>
              <a:rPr altLang="en-US"/>
              <a:t>收盘价</a:t>
            </a:r>
            <a:r>
              <a:t>(元)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[518880.SH.xlsx]file!$D$1</c:f>
              <c:strCache>
                <c:ptCount val="1"/>
                <c:pt idx="0">
                  <c:v>开盘价(元)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[518880.SH.xlsx]file!$C$2:$C$3022</c:f>
              <c:numCache>
                <c:formatCode>yyyy\-mm\-dd</c:formatCode>
                <c:ptCount val="240"/>
                <c:pt idx="0" c:formatCode="yyyy\-mm\-dd">
                  <c:v>45659</c:v>
                </c:pt>
                <c:pt idx="1" c:formatCode="yyyy\-mm\-dd">
                  <c:v>45660</c:v>
                </c:pt>
                <c:pt idx="2" c:formatCode="yyyy\-mm\-dd">
                  <c:v>45663</c:v>
                </c:pt>
                <c:pt idx="3" c:formatCode="yyyy\-mm\-dd">
                  <c:v>45664</c:v>
                </c:pt>
                <c:pt idx="4" c:formatCode="yyyy\-mm\-dd">
                  <c:v>45665</c:v>
                </c:pt>
                <c:pt idx="5" c:formatCode="yyyy\-mm\-dd">
                  <c:v>45666</c:v>
                </c:pt>
                <c:pt idx="6" c:formatCode="yyyy\-mm\-dd">
                  <c:v>45667</c:v>
                </c:pt>
                <c:pt idx="7" c:formatCode="yyyy\-mm\-dd">
                  <c:v>45670</c:v>
                </c:pt>
                <c:pt idx="8" c:formatCode="yyyy\-mm\-dd">
                  <c:v>45671</c:v>
                </c:pt>
                <c:pt idx="9" c:formatCode="yyyy\-mm\-dd">
                  <c:v>45672</c:v>
                </c:pt>
                <c:pt idx="10" c:formatCode="yyyy\-mm\-dd">
                  <c:v>45673</c:v>
                </c:pt>
                <c:pt idx="11" c:formatCode="yyyy\-mm\-dd">
                  <c:v>45674</c:v>
                </c:pt>
                <c:pt idx="12" c:formatCode="yyyy\-mm\-dd">
                  <c:v>45677</c:v>
                </c:pt>
                <c:pt idx="13" c:formatCode="yyyy\-mm\-dd">
                  <c:v>45678</c:v>
                </c:pt>
                <c:pt idx="14" c:formatCode="yyyy\-mm\-dd">
                  <c:v>45679</c:v>
                </c:pt>
                <c:pt idx="15" c:formatCode="yyyy\-mm\-dd">
                  <c:v>45680</c:v>
                </c:pt>
                <c:pt idx="16" c:formatCode="yyyy\-mm\-dd">
                  <c:v>45681</c:v>
                </c:pt>
                <c:pt idx="17" c:formatCode="yyyy\-mm\-dd">
                  <c:v>45684</c:v>
                </c:pt>
                <c:pt idx="18" c:formatCode="yyyy\-mm\-dd">
                  <c:v>45693</c:v>
                </c:pt>
                <c:pt idx="19" c:formatCode="yyyy\-mm\-dd">
                  <c:v>45694</c:v>
                </c:pt>
                <c:pt idx="20" c:formatCode="yyyy\-mm\-dd">
                  <c:v>45695</c:v>
                </c:pt>
                <c:pt idx="21" c:formatCode="yyyy\-mm\-dd">
                  <c:v>45698</c:v>
                </c:pt>
                <c:pt idx="22" c:formatCode="yyyy\-mm\-dd">
                  <c:v>45699</c:v>
                </c:pt>
                <c:pt idx="23" c:formatCode="yyyy\-mm\-dd">
                  <c:v>45700</c:v>
                </c:pt>
                <c:pt idx="24" c:formatCode="yyyy\-mm\-dd">
                  <c:v>45701</c:v>
                </c:pt>
                <c:pt idx="25" c:formatCode="yyyy\-mm\-dd">
                  <c:v>45702</c:v>
                </c:pt>
                <c:pt idx="26" c:formatCode="yyyy\-mm\-dd">
                  <c:v>45705</c:v>
                </c:pt>
                <c:pt idx="27" c:formatCode="yyyy\-mm\-dd">
                  <c:v>45706</c:v>
                </c:pt>
                <c:pt idx="28" c:formatCode="yyyy\-mm\-dd">
                  <c:v>45707</c:v>
                </c:pt>
                <c:pt idx="29" c:formatCode="yyyy\-mm\-dd">
                  <c:v>45708</c:v>
                </c:pt>
                <c:pt idx="30" c:formatCode="yyyy\-mm\-dd">
                  <c:v>45709</c:v>
                </c:pt>
                <c:pt idx="31" c:formatCode="yyyy\-mm\-dd">
                  <c:v>45712</c:v>
                </c:pt>
                <c:pt idx="32" c:formatCode="yyyy\-mm\-dd">
                  <c:v>45713</c:v>
                </c:pt>
                <c:pt idx="33" c:formatCode="yyyy\-mm\-dd">
                  <c:v>45714</c:v>
                </c:pt>
                <c:pt idx="34" c:formatCode="yyyy\-mm\-dd">
                  <c:v>45715</c:v>
                </c:pt>
                <c:pt idx="35" c:formatCode="yyyy\-mm\-dd">
                  <c:v>45716</c:v>
                </c:pt>
                <c:pt idx="36" c:formatCode="yyyy\-mm\-dd">
                  <c:v>45719</c:v>
                </c:pt>
                <c:pt idx="37" c:formatCode="yyyy\-mm\-dd">
                  <c:v>45720</c:v>
                </c:pt>
                <c:pt idx="38" c:formatCode="yyyy\-mm\-dd">
                  <c:v>45721</c:v>
                </c:pt>
                <c:pt idx="39" c:formatCode="yyyy\-mm\-dd">
                  <c:v>45722</c:v>
                </c:pt>
                <c:pt idx="40" c:formatCode="yyyy\-mm\-dd">
                  <c:v>45723</c:v>
                </c:pt>
                <c:pt idx="41" c:formatCode="yyyy\-mm\-dd">
                  <c:v>45726</c:v>
                </c:pt>
                <c:pt idx="42" c:formatCode="yyyy\-mm\-dd">
                  <c:v>45727</c:v>
                </c:pt>
                <c:pt idx="43" c:formatCode="yyyy\-mm\-dd">
                  <c:v>45728</c:v>
                </c:pt>
                <c:pt idx="44" c:formatCode="yyyy\-mm\-dd">
                  <c:v>45729</c:v>
                </c:pt>
                <c:pt idx="45" c:formatCode="yyyy\-mm\-dd">
                  <c:v>45730</c:v>
                </c:pt>
                <c:pt idx="46" c:formatCode="yyyy\-mm\-dd">
                  <c:v>45733</c:v>
                </c:pt>
                <c:pt idx="47" c:formatCode="yyyy\-mm\-dd">
                  <c:v>45734</c:v>
                </c:pt>
                <c:pt idx="48" c:formatCode="yyyy\-mm\-dd">
                  <c:v>45735</c:v>
                </c:pt>
                <c:pt idx="49" c:formatCode="yyyy\-mm\-dd">
                  <c:v>45736</c:v>
                </c:pt>
                <c:pt idx="50" c:formatCode="yyyy\-mm\-dd">
                  <c:v>45737</c:v>
                </c:pt>
                <c:pt idx="51" c:formatCode="yyyy\-mm\-dd">
                  <c:v>45740</c:v>
                </c:pt>
                <c:pt idx="52" c:formatCode="yyyy\-mm\-dd">
                  <c:v>45741</c:v>
                </c:pt>
                <c:pt idx="53" c:formatCode="yyyy\-mm\-dd">
                  <c:v>45742</c:v>
                </c:pt>
                <c:pt idx="54" c:formatCode="yyyy\-mm\-dd">
                  <c:v>45743</c:v>
                </c:pt>
                <c:pt idx="55" c:formatCode="yyyy\-mm\-dd">
                  <c:v>45744</c:v>
                </c:pt>
                <c:pt idx="56" c:formatCode="yyyy\-mm\-dd">
                  <c:v>45747</c:v>
                </c:pt>
                <c:pt idx="57" c:formatCode="yyyy\-mm\-dd">
                  <c:v>45748</c:v>
                </c:pt>
                <c:pt idx="58" c:formatCode="yyyy\-mm\-dd">
                  <c:v>45749</c:v>
                </c:pt>
                <c:pt idx="59" c:formatCode="yyyy\-mm\-dd">
                  <c:v>45750</c:v>
                </c:pt>
                <c:pt idx="60" c:formatCode="yyyy\-mm\-dd">
                  <c:v>45754</c:v>
                </c:pt>
                <c:pt idx="61" c:formatCode="yyyy\-mm\-dd">
                  <c:v>45755</c:v>
                </c:pt>
                <c:pt idx="62" c:formatCode="yyyy\-mm\-dd">
                  <c:v>45756</c:v>
                </c:pt>
                <c:pt idx="63" c:formatCode="yyyy\-mm\-dd">
                  <c:v>45757</c:v>
                </c:pt>
                <c:pt idx="64" c:formatCode="yyyy\-mm\-dd">
                  <c:v>45758</c:v>
                </c:pt>
                <c:pt idx="65" c:formatCode="yyyy\-mm\-dd">
                  <c:v>45761</c:v>
                </c:pt>
                <c:pt idx="66" c:formatCode="yyyy\-mm\-dd">
                  <c:v>45762</c:v>
                </c:pt>
                <c:pt idx="67" c:formatCode="yyyy\-mm\-dd">
                  <c:v>45763</c:v>
                </c:pt>
                <c:pt idx="68" c:formatCode="yyyy\-mm\-dd">
                  <c:v>45764</c:v>
                </c:pt>
                <c:pt idx="69" c:formatCode="yyyy\-mm\-dd">
                  <c:v>45765</c:v>
                </c:pt>
                <c:pt idx="70" c:formatCode="yyyy\-mm\-dd">
                  <c:v>45768</c:v>
                </c:pt>
                <c:pt idx="71" c:formatCode="yyyy\-mm\-dd">
                  <c:v>45769</c:v>
                </c:pt>
                <c:pt idx="72" c:formatCode="yyyy\-mm\-dd">
                  <c:v>45770</c:v>
                </c:pt>
                <c:pt idx="73" c:formatCode="yyyy\-mm\-dd">
                  <c:v>45771</c:v>
                </c:pt>
                <c:pt idx="74" c:formatCode="yyyy\-mm\-dd">
                  <c:v>45772</c:v>
                </c:pt>
                <c:pt idx="75" c:formatCode="yyyy\-mm\-dd">
                  <c:v>45775</c:v>
                </c:pt>
                <c:pt idx="76" c:formatCode="yyyy\-mm\-dd">
                  <c:v>45776</c:v>
                </c:pt>
                <c:pt idx="77" c:formatCode="yyyy\-mm\-dd">
                  <c:v>45777</c:v>
                </c:pt>
                <c:pt idx="78" c:formatCode="yyyy\-mm\-dd">
                  <c:v>45783</c:v>
                </c:pt>
                <c:pt idx="79" c:formatCode="yyyy\-mm\-dd">
                  <c:v>45784</c:v>
                </c:pt>
                <c:pt idx="80" c:formatCode="yyyy\-mm\-dd">
                  <c:v>45785</c:v>
                </c:pt>
                <c:pt idx="81" c:formatCode="yyyy\-mm\-dd">
                  <c:v>45786</c:v>
                </c:pt>
                <c:pt idx="82" c:formatCode="yyyy\-mm\-dd">
                  <c:v>45789</c:v>
                </c:pt>
                <c:pt idx="83" c:formatCode="yyyy\-mm\-dd">
                  <c:v>45790</c:v>
                </c:pt>
                <c:pt idx="84" c:formatCode="yyyy\-mm\-dd">
                  <c:v>45791</c:v>
                </c:pt>
                <c:pt idx="85" c:formatCode="yyyy\-mm\-dd">
                  <c:v>45792</c:v>
                </c:pt>
                <c:pt idx="86" c:formatCode="yyyy\-mm\-dd">
                  <c:v>45793</c:v>
                </c:pt>
                <c:pt idx="87" c:formatCode="yyyy\-mm\-dd">
                  <c:v>45796</c:v>
                </c:pt>
                <c:pt idx="88" c:formatCode="yyyy\-mm\-dd">
                  <c:v>45797</c:v>
                </c:pt>
                <c:pt idx="89" c:formatCode="yyyy\-mm\-dd">
                  <c:v>45798</c:v>
                </c:pt>
                <c:pt idx="90" c:formatCode="yyyy\-mm\-dd">
                  <c:v>45799</c:v>
                </c:pt>
                <c:pt idx="91" c:formatCode="yyyy\-mm\-dd">
                  <c:v>45800</c:v>
                </c:pt>
                <c:pt idx="92" c:formatCode="yyyy\-mm\-dd">
                  <c:v>45803</c:v>
                </c:pt>
                <c:pt idx="93" c:formatCode="yyyy\-mm\-dd">
                  <c:v>45804</c:v>
                </c:pt>
                <c:pt idx="94" c:formatCode="yyyy\-mm\-dd">
                  <c:v>45805</c:v>
                </c:pt>
                <c:pt idx="95" c:formatCode="yyyy\-mm\-dd">
                  <c:v>45806</c:v>
                </c:pt>
                <c:pt idx="96" c:formatCode="yyyy\-mm\-dd">
                  <c:v>45807</c:v>
                </c:pt>
                <c:pt idx="97" c:formatCode="yyyy\-mm\-dd">
                  <c:v>45811</c:v>
                </c:pt>
                <c:pt idx="98" c:formatCode="yyyy\-mm\-dd">
                  <c:v>45812</c:v>
                </c:pt>
                <c:pt idx="99" c:formatCode="yyyy\-mm\-dd">
                  <c:v>45813</c:v>
                </c:pt>
                <c:pt idx="100" c:formatCode="yyyy\-mm\-dd">
                  <c:v>45814</c:v>
                </c:pt>
                <c:pt idx="101" c:formatCode="yyyy\-mm\-dd">
                  <c:v>45817</c:v>
                </c:pt>
                <c:pt idx="102" c:formatCode="yyyy\-mm\-dd">
                  <c:v>45818</c:v>
                </c:pt>
                <c:pt idx="103" c:formatCode="yyyy\-mm\-dd">
                  <c:v>45819</c:v>
                </c:pt>
                <c:pt idx="104" c:formatCode="yyyy\-mm\-dd">
                  <c:v>45820</c:v>
                </c:pt>
                <c:pt idx="105" c:formatCode="yyyy\-mm\-dd">
                  <c:v>45821</c:v>
                </c:pt>
                <c:pt idx="106" c:formatCode="yyyy\-mm\-dd">
                  <c:v>45824</c:v>
                </c:pt>
                <c:pt idx="107" c:formatCode="yyyy\-mm\-dd">
                  <c:v>45825</c:v>
                </c:pt>
                <c:pt idx="108" c:formatCode="yyyy\-mm\-dd">
                  <c:v>45826</c:v>
                </c:pt>
                <c:pt idx="109" c:formatCode="yyyy\-mm\-dd">
                  <c:v>45827</c:v>
                </c:pt>
                <c:pt idx="110" c:formatCode="yyyy\-mm\-dd">
                  <c:v>45828</c:v>
                </c:pt>
                <c:pt idx="111" c:formatCode="yyyy\-mm\-dd">
                  <c:v>45831</c:v>
                </c:pt>
                <c:pt idx="112" c:formatCode="yyyy\-mm\-dd">
                  <c:v>45832</c:v>
                </c:pt>
                <c:pt idx="113" c:formatCode="yyyy\-mm\-dd">
                  <c:v>45833</c:v>
                </c:pt>
                <c:pt idx="114" c:formatCode="yyyy\-mm\-dd">
                  <c:v>45834</c:v>
                </c:pt>
                <c:pt idx="115" c:formatCode="yyyy\-mm\-dd">
                  <c:v>45835</c:v>
                </c:pt>
                <c:pt idx="116" c:formatCode="yyyy\-mm\-dd">
                  <c:v>45838</c:v>
                </c:pt>
                <c:pt idx="117" c:formatCode="yyyy\-mm\-dd">
                  <c:v>45839</c:v>
                </c:pt>
                <c:pt idx="118" c:formatCode="yyyy\-mm\-dd">
                  <c:v>45840</c:v>
                </c:pt>
                <c:pt idx="119" c:formatCode="yyyy\-mm\-dd">
                  <c:v>45841</c:v>
                </c:pt>
                <c:pt idx="120" c:formatCode="yyyy\-mm\-dd">
                  <c:v>45842</c:v>
                </c:pt>
                <c:pt idx="121" c:formatCode="yyyy\-mm\-dd">
                  <c:v>45845</c:v>
                </c:pt>
                <c:pt idx="122" c:formatCode="yyyy\-mm\-dd">
                  <c:v>45846</c:v>
                </c:pt>
                <c:pt idx="123" c:formatCode="yyyy\-mm\-dd">
                  <c:v>45847</c:v>
                </c:pt>
                <c:pt idx="124" c:formatCode="yyyy\-mm\-dd">
                  <c:v>45848</c:v>
                </c:pt>
                <c:pt idx="125" c:formatCode="yyyy\-mm\-dd">
                  <c:v>45849</c:v>
                </c:pt>
                <c:pt idx="126" c:formatCode="yyyy\-mm\-dd">
                  <c:v>45852</c:v>
                </c:pt>
                <c:pt idx="127" c:formatCode="yyyy\-mm\-dd">
                  <c:v>45853</c:v>
                </c:pt>
                <c:pt idx="128" c:formatCode="yyyy\-mm\-dd">
                  <c:v>45854</c:v>
                </c:pt>
                <c:pt idx="129" c:formatCode="yyyy\-mm\-dd">
                  <c:v>45855</c:v>
                </c:pt>
                <c:pt idx="130" c:formatCode="yyyy\-mm\-dd">
                  <c:v>45856</c:v>
                </c:pt>
                <c:pt idx="131" c:formatCode="yyyy\-mm\-dd">
                  <c:v>45859</c:v>
                </c:pt>
                <c:pt idx="132" c:formatCode="yyyy\-mm\-dd">
                  <c:v>45860</c:v>
                </c:pt>
                <c:pt idx="133" c:formatCode="yyyy\-mm\-dd">
                  <c:v>45861</c:v>
                </c:pt>
                <c:pt idx="134" c:formatCode="yyyy\-mm\-dd">
                  <c:v>45862</c:v>
                </c:pt>
                <c:pt idx="135" c:formatCode="yyyy\-mm\-dd">
                  <c:v>45863</c:v>
                </c:pt>
                <c:pt idx="136" c:formatCode="yyyy\-mm\-dd">
                  <c:v>45866</c:v>
                </c:pt>
                <c:pt idx="137" c:formatCode="yyyy\-mm\-dd">
                  <c:v>45867</c:v>
                </c:pt>
                <c:pt idx="138" c:formatCode="yyyy\-mm\-dd">
                  <c:v>45868</c:v>
                </c:pt>
                <c:pt idx="139" c:formatCode="yyyy\-mm\-dd">
                  <c:v>45869</c:v>
                </c:pt>
                <c:pt idx="140" c:formatCode="yyyy\-mm\-dd">
                  <c:v>45870</c:v>
                </c:pt>
                <c:pt idx="141" c:formatCode="yyyy\-mm\-dd">
                  <c:v>45873</c:v>
                </c:pt>
                <c:pt idx="142" c:formatCode="yyyy\-mm\-dd">
                  <c:v>45874</c:v>
                </c:pt>
                <c:pt idx="143" c:formatCode="yyyy\-mm\-dd">
                  <c:v>45875</c:v>
                </c:pt>
                <c:pt idx="144" c:formatCode="yyyy\-mm\-dd">
                  <c:v>45876</c:v>
                </c:pt>
                <c:pt idx="145" c:formatCode="yyyy\-mm\-dd">
                  <c:v>45877</c:v>
                </c:pt>
                <c:pt idx="146" c:formatCode="yyyy\-mm\-dd">
                  <c:v>45880</c:v>
                </c:pt>
                <c:pt idx="147" c:formatCode="yyyy\-mm\-dd">
                  <c:v>45881</c:v>
                </c:pt>
                <c:pt idx="148" c:formatCode="yyyy\-mm\-dd">
                  <c:v>45882</c:v>
                </c:pt>
                <c:pt idx="149" c:formatCode="yyyy\-mm\-dd">
                  <c:v>45883</c:v>
                </c:pt>
                <c:pt idx="150" c:formatCode="yyyy\-mm\-dd">
                  <c:v>45884</c:v>
                </c:pt>
                <c:pt idx="151" c:formatCode="yyyy\-mm\-dd">
                  <c:v>45887</c:v>
                </c:pt>
                <c:pt idx="152" c:formatCode="yyyy\-mm\-dd">
                  <c:v>45888</c:v>
                </c:pt>
                <c:pt idx="153" c:formatCode="yyyy\-mm\-dd">
                  <c:v>45889</c:v>
                </c:pt>
                <c:pt idx="154" c:formatCode="yyyy\-mm\-dd">
                  <c:v>45890</c:v>
                </c:pt>
                <c:pt idx="155" c:formatCode="yyyy\-mm\-dd">
                  <c:v>45891</c:v>
                </c:pt>
                <c:pt idx="156" c:formatCode="yyyy\-mm\-dd">
                  <c:v>45894</c:v>
                </c:pt>
                <c:pt idx="157" c:formatCode="yyyy\-mm\-dd">
                  <c:v>45895</c:v>
                </c:pt>
                <c:pt idx="158" c:formatCode="yyyy\-mm\-dd">
                  <c:v>45896</c:v>
                </c:pt>
                <c:pt idx="159" c:formatCode="yyyy\-mm\-dd">
                  <c:v>45897</c:v>
                </c:pt>
                <c:pt idx="160" c:formatCode="yyyy\-mm\-dd">
                  <c:v>45898</c:v>
                </c:pt>
                <c:pt idx="161" c:formatCode="yyyy\-mm\-dd">
                  <c:v>45901</c:v>
                </c:pt>
                <c:pt idx="162" c:formatCode="yyyy\-mm\-dd">
                  <c:v>45902</c:v>
                </c:pt>
                <c:pt idx="163" c:formatCode="yyyy\-mm\-dd">
                  <c:v>45903</c:v>
                </c:pt>
                <c:pt idx="164" c:formatCode="yyyy\-mm\-dd">
                  <c:v>45904</c:v>
                </c:pt>
                <c:pt idx="165" c:formatCode="yyyy\-mm\-dd">
                  <c:v>45905</c:v>
                </c:pt>
                <c:pt idx="166" c:formatCode="yyyy\-mm\-dd">
                  <c:v>45908</c:v>
                </c:pt>
                <c:pt idx="167" c:formatCode="yyyy\-mm\-dd">
                  <c:v>45909</c:v>
                </c:pt>
                <c:pt idx="168" c:formatCode="yyyy\-mm\-dd">
                  <c:v>45910</c:v>
                </c:pt>
                <c:pt idx="169" c:formatCode="yyyy\-mm\-dd">
                  <c:v>45911</c:v>
                </c:pt>
                <c:pt idx="170" c:formatCode="yyyy\-mm\-dd">
                  <c:v>45912</c:v>
                </c:pt>
                <c:pt idx="171" c:formatCode="yyyy\-mm\-dd">
                  <c:v>45915</c:v>
                </c:pt>
                <c:pt idx="172" c:formatCode="yyyy\-mm\-dd">
                  <c:v>45916</c:v>
                </c:pt>
                <c:pt idx="173" c:formatCode="yyyy\-mm\-dd">
                  <c:v>45917</c:v>
                </c:pt>
                <c:pt idx="174" c:formatCode="yyyy\-mm\-dd">
                  <c:v>45918</c:v>
                </c:pt>
                <c:pt idx="175" c:formatCode="yyyy\-mm\-dd">
                  <c:v>45919</c:v>
                </c:pt>
                <c:pt idx="176" c:formatCode="yyyy\-mm\-dd">
                  <c:v>45922</c:v>
                </c:pt>
                <c:pt idx="177" c:formatCode="yyyy\-mm\-dd">
                  <c:v>45923</c:v>
                </c:pt>
                <c:pt idx="178" c:formatCode="yyyy\-mm\-dd">
                  <c:v>45924</c:v>
                </c:pt>
                <c:pt idx="179" c:formatCode="yyyy\-mm\-dd">
                  <c:v>45925</c:v>
                </c:pt>
                <c:pt idx="180" c:formatCode="yyyy\-mm\-dd">
                  <c:v>45926</c:v>
                </c:pt>
                <c:pt idx="181" c:formatCode="yyyy\-mm\-dd">
                  <c:v>45929</c:v>
                </c:pt>
                <c:pt idx="182" c:formatCode="yyyy\-mm\-dd">
                  <c:v>45930</c:v>
                </c:pt>
                <c:pt idx="183" c:formatCode="yyyy\-mm\-dd">
                  <c:v>45939</c:v>
                </c:pt>
                <c:pt idx="184" c:formatCode="yyyy\-mm\-dd">
                  <c:v>45940</c:v>
                </c:pt>
                <c:pt idx="185" c:formatCode="yyyy\-mm\-dd">
                  <c:v>45943</c:v>
                </c:pt>
                <c:pt idx="186" c:formatCode="yyyy\-mm\-dd">
                  <c:v>45944</c:v>
                </c:pt>
                <c:pt idx="187" c:formatCode="yyyy\-mm\-dd">
                  <c:v>45945</c:v>
                </c:pt>
                <c:pt idx="188" c:formatCode="yyyy\-mm\-dd">
                  <c:v>45946</c:v>
                </c:pt>
                <c:pt idx="189" c:formatCode="yyyy\-mm\-dd">
                  <c:v>45947</c:v>
                </c:pt>
                <c:pt idx="190" c:formatCode="yyyy\-mm\-dd">
                  <c:v>45950</c:v>
                </c:pt>
                <c:pt idx="191" c:formatCode="yyyy\-mm\-dd">
                  <c:v>45951</c:v>
                </c:pt>
                <c:pt idx="192" c:formatCode="yyyy\-mm\-dd">
                  <c:v>45952</c:v>
                </c:pt>
                <c:pt idx="193" c:formatCode="yyyy\-mm\-dd">
                  <c:v>45953</c:v>
                </c:pt>
                <c:pt idx="194" c:formatCode="yyyy\-mm\-dd">
                  <c:v>45954</c:v>
                </c:pt>
                <c:pt idx="195" c:formatCode="yyyy\-mm\-dd">
                  <c:v>45957</c:v>
                </c:pt>
                <c:pt idx="196" c:formatCode="yyyy\-mm\-dd">
                  <c:v>45958</c:v>
                </c:pt>
                <c:pt idx="197" c:formatCode="yyyy\-mm\-dd">
                  <c:v>45959</c:v>
                </c:pt>
                <c:pt idx="198" c:formatCode="yyyy\-mm\-dd">
                  <c:v>45960</c:v>
                </c:pt>
                <c:pt idx="199" c:formatCode="yyyy\-mm\-dd">
                  <c:v>45961</c:v>
                </c:pt>
                <c:pt idx="200" c:formatCode="yyyy\-mm\-dd">
                  <c:v>45964</c:v>
                </c:pt>
                <c:pt idx="201" c:formatCode="yyyy\-mm\-dd">
                  <c:v>45965</c:v>
                </c:pt>
                <c:pt idx="202" c:formatCode="yyyy\-mm\-dd">
                  <c:v>45966</c:v>
                </c:pt>
                <c:pt idx="203" c:formatCode="yyyy\-mm\-dd">
                  <c:v>45967</c:v>
                </c:pt>
                <c:pt idx="204" c:formatCode="yyyy\-mm\-dd">
                  <c:v>45968</c:v>
                </c:pt>
                <c:pt idx="205" c:formatCode="yyyy\-mm\-dd">
                  <c:v>45971</c:v>
                </c:pt>
                <c:pt idx="206" c:formatCode="yyyy\-mm\-dd">
                  <c:v>45972</c:v>
                </c:pt>
                <c:pt idx="207" c:formatCode="yyyy\-mm\-dd">
                  <c:v>45973</c:v>
                </c:pt>
                <c:pt idx="208" c:formatCode="yyyy\-mm\-dd">
                  <c:v>45974</c:v>
                </c:pt>
                <c:pt idx="209" c:formatCode="yyyy\-mm\-dd">
                  <c:v>45975</c:v>
                </c:pt>
                <c:pt idx="210" c:formatCode="yyyy\-mm\-dd">
                  <c:v>45978</c:v>
                </c:pt>
                <c:pt idx="211" c:formatCode="yyyy\-mm\-dd">
                  <c:v>45979</c:v>
                </c:pt>
                <c:pt idx="212" c:formatCode="yyyy\-mm\-dd">
                  <c:v>45980</c:v>
                </c:pt>
                <c:pt idx="213" c:formatCode="yyyy\-mm\-dd">
                  <c:v>45981</c:v>
                </c:pt>
                <c:pt idx="214" c:formatCode="yyyy\-mm\-dd">
                  <c:v>45982</c:v>
                </c:pt>
                <c:pt idx="215" c:formatCode="yyyy\-mm\-dd">
                  <c:v>45985</c:v>
                </c:pt>
                <c:pt idx="216" c:formatCode="yyyy\-mm\-dd">
                  <c:v>45986</c:v>
                </c:pt>
                <c:pt idx="217" c:formatCode="yyyy\-mm\-dd">
                  <c:v>45987</c:v>
                </c:pt>
                <c:pt idx="218" c:formatCode="yyyy\-mm\-dd">
                  <c:v>45988</c:v>
                </c:pt>
                <c:pt idx="219" c:formatCode="yyyy\-mm\-dd">
                  <c:v>45989</c:v>
                </c:pt>
                <c:pt idx="220" c:formatCode="yyyy\-mm\-dd">
                  <c:v>45992</c:v>
                </c:pt>
                <c:pt idx="221" c:formatCode="yyyy\-mm\-dd">
                  <c:v>45993</c:v>
                </c:pt>
                <c:pt idx="222" c:formatCode="yyyy\-mm\-dd">
                  <c:v>45994</c:v>
                </c:pt>
                <c:pt idx="223" c:formatCode="yyyy\-mm\-dd">
                  <c:v>45995</c:v>
                </c:pt>
                <c:pt idx="224" c:formatCode="yyyy\-mm\-dd">
                  <c:v>45996</c:v>
                </c:pt>
                <c:pt idx="225" c:formatCode="yyyy\-mm\-dd">
                  <c:v>45999</c:v>
                </c:pt>
                <c:pt idx="226" c:formatCode="yyyy\-mm\-dd">
                  <c:v>46000</c:v>
                </c:pt>
                <c:pt idx="227" c:formatCode="yyyy\-mm\-dd">
                  <c:v>46001</c:v>
                </c:pt>
                <c:pt idx="228" c:formatCode="yyyy\-mm\-dd">
                  <c:v>46002</c:v>
                </c:pt>
                <c:pt idx="229" c:formatCode="yyyy\-mm\-dd">
                  <c:v>46003</c:v>
                </c:pt>
                <c:pt idx="230" c:formatCode="yyyy\-mm\-dd">
                  <c:v>46006</c:v>
                </c:pt>
                <c:pt idx="231" c:formatCode="yyyy\-mm\-dd">
                  <c:v>46007</c:v>
                </c:pt>
                <c:pt idx="232" c:formatCode="yyyy\-mm\-dd">
                  <c:v>46008</c:v>
                </c:pt>
                <c:pt idx="233" c:formatCode="yyyy\-mm\-dd">
                  <c:v>46009</c:v>
                </c:pt>
                <c:pt idx="234" c:formatCode="yyyy\-mm\-dd">
                  <c:v>46010</c:v>
                </c:pt>
                <c:pt idx="235" c:formatCode="yyyy\-mm\-dd">
                  <c:v>46013</c:v>
                </c:pt>
                <c:pt idx="236" c:formatCode="yyyy\-mm\-dd">
                  <c:v>46014</c:v>
                </c:pt>
                <c:pt idx="237" c:formatCode="yyyy\-mm\-dd">
                  <c:v>46015</c:v>
                </c:pt>
                <c:pt idx="238" c:formatCode="yyyy\-mm\-dd">
                  <c:v>46016</c:v>
                </c:pt>
                <c:pt idx="239" c:formatCode="yyyy\-mm\-dd">
                  <c:v>46017</c:v>
                </c:pt>
              </c:numCache>
            </c:numRef>
          </c:cat>
          <c:val>
            <c:numRef>
              <c:f>[518880.SH.xlsx]file!$D$2:$D$3022</c:f>
            </c:numRef>
          </c:val>
          <c:smooth val="0"/>
        </c:ser>
        <c:ser>
          <c:idx val="1"/>
          <c:order val="1"/>
          <c:tx>
            <c:strRef>
              <c:f>[518880.SH.xlsx]file!$E$1</c:f>
              <c:strCache>
                <c:ptCount val="1"/>
                <c:pt idx="0">
                  <c:v>最高价(元)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[518880.SH.xlsx]file!$C$2:$C$3022</c:f>
              <c:numCache>
                <c:formatCode>yyyy\-mm\-dd</c:formatCode>
                <c:ptCount val="240"/>
                <c:pt idx="0" c:formatCode="yyyy\-mm\-dd">
                  <c:v>45659</c:v>
                </c:pt>
                <c:pt idx="1" c:formatCode="yyyy\-mm\-dd">
                  <c:v>45660</c:v>
                </c:pt>
                <c:pt idx="2" c:formatCode="yyyy\-mm\-dd">
                  <c:v>45663</c:v>
                </c:pt>
                <c:pt idx="3" c:formatCode="yyyy\-mm\-dd">
                  <c:v>45664</c:v>
                </c:pt>
                <c:pt idx="4" c:formatCode="yyyy\-mm\-dd">
                  <c:v>45665</c:v>
                </c:pt>
                <c:pt idx="5" c:formatCode="yyyy\-mm\-dd">
                  <c:v>45666</c:v>
                </c:pt>
                <c:pt idx="6" c:formatCode="yyyy\-mm\-dd">
                  <c:v>45667</c:v>
                </c:pt>
                <c:pt idx="7" c:formatCode="yyyy\-mm\-dd">
                  <c:v>45670</c:v>
                </c:pt>
                <c:pt idx="8" c:formatCode="yyyy\-mm\-dd">
                  <c:v>45671</c:v>
                </c:pt>
                <c:pt idx="9" c:formatCode="yyyy\-mm\-dd">
                  <c:v>45672</c:v>
                </c:pt>
                <c:pt idx="10" c:formatCode="yyyy\-mm\-dd">
                  <c:v>45673</c:v>
                </c:pt>
                <c:pt idx="11" c:formatCode="yyyy\-mm\-dd">
                  <c:v>45674</c:v>
                </c:pt>
                <c:pt idx="12" c:formatCode="yyyy\-mm\-dd">
                  <c:v>45677</c:v>
                </c:pt>
                <c:pt idx="13" c:formatCode="yyyy\-mm\-dd">
                  <c:v>45678</c:v>
                </c:pt>
                <c:pt idx="14" c:formatCode="yyyy\-mm\-dd">
                  <c:v>45679</c:v>
                </c:pt>
                <c:pt idx="15" c:formatCode="yyyy\-mm\-dd">
                  <c:v>45680</c:v>
                </c:pt>
                <c:pt idx="16" c:formatCode="yyyy\-mm\-dd">
                  <c:v>45681</c:v>
                </c:pt>
                <c:pt idx="17" c:formatCode="yyyy\-mm\-dd">
                  <c:v>45684</c:v>
                </c:pt>
                <c:pt idx="18" c:formatCode="yyyy\-mm\-dd">
                  <c:v>45693</c:v>
                </c:pt>
                <c:pt idx="19" c:formatCode="yyyy\-mm\-dd">
                  <c:v>45694</c:v>
                </c:pt>
                <c:pt idx="20" c:formatCode="yyyy\-mm\-dd">
                  <c:v>45695</c:v>
                </c:pt>
                <c:pt idx="21" c:formatCode="yyyy\-mm\-dd">
                  <c:v>45698</c:v>
                </c:pt>
                <c:pt idx="22" c:formatCode="yyyy\-mm\-dd">
                  <c:v>45699</c:v>
                </c:pt>
                <c:pt idx="23" c:formatCode="yyyy\-mm\-dd">
                  <c:v>45700</c:v>
                </c:pt>
                <c:pt idx="24" c:formatCode="yyyy\-mm\-dd">
                  <c:v>45701</c:v>
                </c:pt>
                <c:pt idx="25" c:formatCode="yyyy\-mm\-dd">
                  <c:v>45702</c:v>
                </c:pt>
                <c:pt idx="26" c:formatCode="yyyy\-mm\-dd">
                  <c:v>45705</c:v>
                </c:pt>
                <c:pt idx="27" c:formatCode="yyyy\-mm\-dd">
                  <c:v>45706</c:v>
                </c:pt>
                <c:pt idx="28" c:formatCode="yyyy\-mm\-dd">
                  <c:v>45707</c:v>
                </c:pt>
                <c:pt idx="29" c:formatCode="yyyy\-mm\-dd">
                  <c:v>45708</c:v>
                </c:pt>
                <c:pt idx="30" c:formatCode="yyyy\-mm\-dd">
                  <c:v>45709</c:v>
                </c:pt>
                <c:pt idx="31" c:formatCode="yyyy\-mm\-dd">
                  <c:v>45712</c:v>
                </c:pt>
                <c:pt idx="32" c:formatCode="yyyy\-mm\-dd">
                  <c:v>45713</c:v>
                </c:pt>
                <c:pt idx="33" c:formatCode="yyyy\-mm\-dd">
                  <c:v>45714</c:v>
                </c:pt>
                <c:pt idx="34" c:formatCode="yyyy\-mm\-dd">
                  <c:v>45715</c:v>
                </c:pt>
                <c:pt idx="35" c:formatCode="yyyy\-mm\-dd">
                  <c:v>45716</c:v>
                </c:pt>
                <c:pt idx="36" c:formatCode="yyyy\-mm\-dd">
                  <c:v>45719</c:v>
                </c:pt>
                <c:pt idx="37" c:formatCode="yyyy\-mm\-dd">
                  <c:v>45720</c:v>
                </c:pt>
                <c:pt idx="38" c:formatCode="yyyy\-mm\-dd">
                  <c:v>45721</c:v>
                </c:pt>
                <c:pt idx="39" c:formatCode="yyyy\-mm\-dd">
                  <c:v>45722</c:v>
                </c:pt>
                <c:pt idx="40" c:formatCode="yyyy\-mm\-dd">
                  <c:v>45723</c:v>
                </c:pt>
                <c:pt idx="41" c:formatCode="yyyy\-mm\-dd">
                  <c:v>45726</c:v>
                </c:pt>
                <c:pt idx="42" c:formatCode="yyyy\-mm\-dd">
                  <c:v>45727</c:v>
                </c:pt>
                <c:pt idx="43" c:formatCode="yyyy\-mm\-dd">
                  <c:v>45728</c:v>
                </c:pt>
                <c:pt idx="44" c:formatCode="yyyy\-mm\-dd">
                  <c:v>45729</c:v>
                </c:pt>
                <c:pt idx="45" c:formatCode="yyyy\-mm\-dd">
                  <c:v>45730</c:v>
                </c:pt>
                <c:pt idx="46" c:formatCode="yyyy\-mm\-dd">
                  <c:v>45733</c:v>
                </c:pt>
                <c:pt idx="47" c:formatCode="yyyy\-mm\-dd">
                  <c:v>45734</c:v>
                </c:pt>
                <c:pt idx="48" c:formatCode="yyyy\-mm\-dd">
                  <c:v>45735</c:v>
                </c:pt>
                <c:pt idx="49" c:formatCode="yyyy\-mm\-dd">
                  <c:v>45736</c:v>
                </c:pt>
                <c:pt idx="50" c:formatCode="yyyy\-mm\-dd">
                  <c:v>45737</c:v>
                </c:pt>
                <c:pt idx="51" c:formatCode="yyyy\-mm\-dd">
                  <c:v>45740</c:v>
                </c:pt>
                <c:pt idx="52" c:formatCode="yyyy\-mm\-dd">
                  <c:v>45741</c:v>
                </c:pt>
                <c:pt idx="53" c:formatCode="yyyy\-mm\-dd">
                  <c:v>45742</c:v>
                </c:pt>
                <c:pt idx="54" c:formatCode="yyyy\-mm\-dd">
                  <c:v>45743</c:v>
                </c:pt>
                <c:pt idx="55" c:formatCode="yyyy\-mm\-dd">
                  <c:v>45744</c:v>
                </c:pt>
                <c:pt idx="56" c:formatCode="yyyy\-mm\-dd">
                  <c:v>45747</c:v>
                </c:pt>
                <c:pt idx="57" c:formatCode="yyyy\-mm\-dd">
                  <c:v>45748</c:v>
                </c:pt>
                <c:pt idx="58" c:formatCode="yyyy\-mm\-dd">
                  <c:v>45749</c:v>
                </c:pt>
                <c:pt idx="59" c:formatCode="yyyy\-mm\-dd">
                  <c:v>45750</c:v>
                </c:pt>
                <c:pt idx="60" c:formatCode="yyyy\-mm\-dd">
                  <c:v>45754</c:v>
                </c:pt>
                <c:pt idx="61" c:formatCode="yyyy\-mm\-dd">
                  <c:v>45755</c:v>
                </c:pt>
                <c:pt idx="62" c:formatCode="yyyy\-mm\-dd">
                  <c:v>45756</c:v>
                </c:pt>
                <c:pt idx="63" c:formatCode="yyyy\-mm\-dd">
                  <c:v>45757</c:v>
                </c:pt>
                <c:pt idx="64" c:formatCode="yyyy\-mm\-dd">
                  <c:v>45758</c:v>
                </c:pt>
                <c:pt idx="65" c:formatCode="yyyy\-mm\-dd">
                  <c:v>45761</c:v>
                </c:pt>
                <c:pt idx="66" c:formatCode="yyyy\-mm\-dd">
                  <c:v>45762</c:v>
                </c:pt>
                <c:pt idx="67" c:formatCode="yyyy\-mm\-dd">
                  <c:v>45763</c:v>
                </c:pt>
                <c:pt idx="68" c:formatCode="yyyy\-mm\-dd">
                  <c:v>45764</c:v>
                </c:pt>
                <c:pt idx="69" c:formatCode="yyyy\-mm\-dd">
                  <c:v>45765</c:v>
                </c:pt>
                <c:pt idx="70" c:formatCode="yyyy\-mm\-dd">
                  <c:v>45768</c:v>
                </c:pt>
                <c:pt idx="71" c:formatCode="yyyy\-mm\-dd">
                  <c:v>45769</c:v>
                </c:pt>
                <c:pt idx="72" c:formatCode="yyyy\-mm\-dd">
                  <c:v>45770</c:v>
                </c:pt>
                <c:pt idx="73" c:formatCode="yyyy\-mm\-dd">
                  <c:v>45771</c:v>
                </c:pt>
                <c:pt idx="74" c:formatCode="yyyy\-mm\-dd">
                  <c:v>45772</c:v>
                </c:pt>
                <c:pt idx="75" c:formatCode="yyyy\-mm\-dd">
                  <c:v>45775</c:v>
                </c:pt>
                <c:pt idx="76" c:formatCode="yyyy\-mm\-dd">
                  <c:v>45776</c:v>
                </c:pt>
                <c:pt idx="77" c:formatCode="yyyy\-mm\-dd">
                  <c:v>45777</c:v>
                </c:pt>
                <c:pt idx="78" c:formatCode="yyyy\-mm\-dd">
                  <c:v>45783</c:v>
                </c:pt>
                <c:pt idx="79" c:formatCode="yyyy\-mm\-dd">
                  <c:v>45784</c:v>
                </c:pt>
                <c:pt idx="80" c:formatCode="yyyy\-mm\-dd">
                  <c:v>45785</c:v>
                </c:pt>
                <c:pt idx="81" c:formatCode="yyyy\-mm\-dd">
                  <c:v>45786</c:v>
                </c:pt>
                <c:pt idx="82" c:formatCode="yyyy\-mm\-dd">
                  <c:v>45789</c:v>
                </c:pt>
                <c:pt idx="83" c:formatCode="yyyy\-mm\-dd">
                  <c:v>45790</c:v>
                </c:pt>
                <c:pt idx="84" c:formatCode="yyyy\-mm\-dd">
                  <c:v>45791</c:v>
                </c:pt>
                <c:pt idx="85" c:formatCode="yyyy\-mm\-dd">
                  <c:v>45792</c:v>
                </c:pt>
                <c:pt idx="86" c:formatCode="yyyy\-mm\-dd">
                  <c:v>45793</c:v>
                </c:pt>
                <c:pt idx="87" c:formatCode="yyyy\-mm\-dd">
                  <c:v>45796</c:v>
                </c:pt>
                <c:pt idx="88" c:formatCode="yyyy\-mm\-dd">
                  <c:v>45797</c:v>
                </c:pt>
                <c:pt idx="89" c:formatCode="yyyy\-mm\-dd">
                  <c:v>45798</c:v>
                </c:pt>
                <c:pt idx="90" c:formatCode="yyyy\-mm\-dd">
                  <c:v>45799</c:v>
                </c:pt>
                <c:pt idx="91" c:formatCode="yyyy\-mm\-dd">
                  <c:v>45800</c:v>
                </c:pt>
                <c:pt idx="92" c:formatCode="yyyy\-mm\-dd">
                  <c:v>45803</c:v>
                </c:pt>
                <c:pt idx="93" c:formatCode="yyyy\-mm\-dd">
                  <c:v>45804</c:v>
                </c:pt>
                <c:pt idx="94" c:formatCode="yyyy\-mm\-dd">
                  <c:v>45805</c:v>
                </c:pt>
                <c:pt idx="95" c:formatCode="yyyy\-mm\-dd">
                  <c:v>45806</c:v>
                </c:pt>
                <c:pt idx="96" c:formatCode="yyyy\-mm\-dd">
                  <c:v>45807</c:v>
                </c:pt>
                <c:pt idx="97" c:formatCode="yyyy\-mm\-dd">
                  <c:v>45811</c:v>
                </c:pt>
                <c:pt idx="98" c:formatCode="yyyy\-mm\-dd">
                  <c:v>45812</c:v>
                </c:pt>
                <c:pt idx="99" c:formatCode="yyyy\-mm\-dd">
                  <c:v>45813</c:v>
                </c:pt>
                <c:pt idx="100" c:formatCode="yyyy\-mm\-dd">
                  <c:v>45814</c:v>
                </c:pt>
                <c:pt idx="101" c:formatCode="yyyy\-mm\-dd">
                  <c:v>45817</c:v>
                </c:pt>
                <c:pt idx="102" c:formatCode="yyyy\-mm\-dd">
                  <c:v>45818</c:v>
                </c:pt>
                <c:pt idx="103" c:formatCode="yyyy\-mm\-dd">
                  <c:v>45819</c:v>
                </c:pt>
                <c:pt idx="104" c:formatCode="yyyy\-mm\-dd">
                  <c:v>45820</c:v>
                </c:pt>
                <c:pt idx="105" c:formatCode="yyyy\-mm\-dd">
                  <c:v>45821</c:v>
                </c:pt>
                <c:pt idx="106" c:formatCode="yyyy\-mm\-dd">
                  <c:v>45824</c:v>
                </c:pt>
                <c:pt idx="107" c:formatCode="yyyy\-mm\-dd">
                  <c:v>45825</c:v>
                </c:pt>
                <c:pt idx="108" c:formatCode="yyyy\-mm\-dd">
                  <c:v>45826</c:v>
                </c:pt>
                <c:pt idx="109" c:formatCode="yyyy\-mm\-dd">
                  <c:v>45827</c:v>
                </c:pt>
                <c:pt idx="110" c:formatCode="yyyy\-mm\-dd">
                  <c:v>45828</c:v>
                </c:pt>
                <c:pt idx="111" c:formatCode="yyyy\-mm\-dd">
                  <c:v>45831</c:v>
                </c:pt>
                <c:pt idx="112" c:formatCode="yyyy\-mm\-dd">
                  <c:v>45832</c:v>
                </c:pt>
                <c:pt idx="113" c:formatCode="yyyy\-mm\-dd">
                  <c:v>45833</c:v>
                </c:pt>
                <c:pt idx="114" c:formatCode="yyyy\-mm\-dd">
                  <c:v>45834</c:v>
                </c:pt>
                <c:pt idx="115" c:formatCode="yyyy\-mm\-dd">
                  <c:v>45835</c:v>
                </c:pt>
                <c:pt idx="116" c:formatCode="yyyy\-mm\-dd">
                  <c:v>45838</c:v>
                </c:pt>
                <c:pt idx="117" c:formatCode="yyyy\-mm\-dd">
                  <c:v>45839</c:v>
                </c:pt>
                <c:pt idx="118" c:formatCode="yyyy\-mm\-dd">
                  <c:v>45840</c:v>
                </c:pt>
                <c:pt idx="119" c:formatCode="yyyy\-mm\-dd">
                  <c:v>45841</c:v>
                </c:pt>
                <c:pt idx="120" c:formatCode="yyyy\-mm\-dd">
                  <c:v>45842</c:v>
                </c:pt>
                <c:pt idx="121" c:formatCode="yyyy\-mm\-dd">
                  <c:v>45845</c:v>
                </c:pt>
                <c:pt idx="122" c:formatCode="yyyy\-mm\-dd">
                  <c:v>45846</c:v>
                </c:pt>
                <c:pt idx="123" c:formatCode="yyyy\-mm\-dd">
                  <c:v>45847</c:v>
                </c:pt>
                <c:pt idx="124" c:formatCode="yyyy\-mm\-dd">
                  <c:v>45848</c:v>
                </c:pt>
                <c:pt idx="125" c:formatCode="yyyy\-mm\-dd">
                  <c:v>45849</c:v>
                </c:pt>
                <c:pt idx="126" c:formatCode="yyyy\-mm\-dd">
                  <c:v>45852</c:v>
                </c:pt>
                <c:pt idx="127" c:formatCode="yyyy\-mm\-dd">
                  <c:v>45853</c:v>
                </c:pt>
                <c:pt idx="128" c:formatCode="yyyy\-mm\-dd">
                  <c:v>45854</c:v>
                </c:pt>
                <c:pt idx="129" c:formatCode="yyyy\-mm\-dd">
                  <c:v>45855</c:v>
                </c:pt>
                <c:pt idx="130" c:formatCode="yyyy\-mm\-dd">
                  <c:v>45856</c:v>
                </c:pt>
                <c:pt idx="131" c:formatCode="yyyy\-mm\-dd">
                  <c:v>45859</c:v>
                </c:pt>
                <c:pt idx="132" c:formatCode="yyyy\-mm\-dd">
                  <c:v>45860</c:v>
                </c:pt>
                <c:pt idx="133" c:formatCode="yyyy\-mm\-dd">
                  <c:v>45861</c:v>
                </c:pt>
                <c:pt idx="134" c:formatCode="yyyy\-mm\-dd">
                  <c:v>45862</c:v>
                </c:pt>
                <c:pt idx="135" c:formatCode="yyyy\-mm\-dd">
                  <c:v>45863</c:v>
                </c:pt>
                <c:pt idx="136" c:formatCode="yyyy\-mm\-dd">
                  <c:v>45866</c:v>
                </c:pt>
                <c:pt idx="137" c:formatCode="yyyy\-mm\-dd">
                  <c:v>45867</c:v>
                </c:pt>
                <c:pt idx="138" c:formatCode="yyyy\-mm\-dd">
                  <c:v>45868</c:v>
                </c:pt>
                <c:pt idx="139" c:formatCode="yyyy\-mm\-dd">
                  <c:v>45869</c:v>
                </c:pt>
                <c:pt idx="140" c:formatCode="yyyy\-mm\-dd">
                  <c:v>45870</c:v>
                </c:pt>
                <c:pt idx="141" c:formatCode="yyyy\-mm\-dd">
                  <c:v>45873</c:v>
                </c:pt>
                <c:pt idx="142" c:formatCode="yyyy\-mm\-dd">
                  <c:v>45874</c:v>
                </c:pt>
                <c:pt idx="143" c:formatCode="yyyy\-mm\-dd">
                  <c:v>45875</c:v>
                </c:pt>
                <c:pt idx="144" c:formatCode="yyyy\-mm\-dd">
                  <c:v>45876</c:v>
                </c:pt>
                <c:pt idx="145" c:formatCode="yyyy\-mm\-dd">
                  <c:v>45877</c:v>
                </c:pt>
                <c:pt idx="146" c:formatCode="yyyy\-mm\-dd">
                  <c:v>45880</c:v>
                </c:pt>
                <c:pt idx="147" c:formatCode="yyyy\-mm\-dd">
                  <c:v>45881</c:v>
                </c:pt>
                <c:pt idx="148" c:formatCode="yyyy\-mm\-dd">
                  <c:v>45882</c:v>
                </c:pt>
                <c:pt idx="149" c:formatCode="yyyy\-mm\-dd">
                  <c:v>45883</c:v>
                </c:pt>
                <c:pt idx="150" c:formatCode="yyyy\-mm\-dd">
                  <c:v>45884</c:v>
                </c:pt>
                <c:pt idx="151" c:formatCode="yyyy\-mm\-dd">
                  <c:v>45887</c:v>
                </c:pt>
                <c:pt idx="152" c:formatCode="yyyy\-mm\-dd">
                  <c:v>45888</c:v>
                </c:pt>
                <c:pt idx="153" c:formatCode="yyyy\-mm\-dd">
                  <c:v>45889</c:v>
                </c:pt>
                <c:pt idx="154" c:formatCode="yyyy\-mm\-dd">
                  <c:v>45890</c:v>
                </c:pt>
                <c:pt idx="155" c:formatCode="yyyy\-mm\-dd">
                  <c:v>45891</c:v>
                </c:pt>
                <c:pt idx="156" c:formatCode="yyyy\-mm\-dd">
                  <c:v>45894</c:v>
                </c:pt>
                <c:pt idx="157" c:formatCode="yyyy\-mm\-dd">
                  <c:v>45895</c:v>
                </c:pt>
                <c:pt idx="158" c:formatCode="yyyy\-mm\-dd">
                  <c:v>45896</c:v>
                </c:pt>
                <c:pt idx="159" c:formatCode="yyyy\-mm\-dd">
                  <c:v>45897</c:v>
                </c:pt>
                <c:pt idx="160" c:formatCode="yyyy\-mm\-dd">
                  <c:v>45898</c:v>
                </c:pt>
                <c:pt idx="161" c:formatCode="yyyy\-mm\-dd">
                  <c:v>45901</c:v>
                </c:pt>
                <c:pt idx="162" c:formatCode="yyyy\-mm\-dd">
                  <c:v>45902</c:v>
                </c:pt>
                <c:pt idx="163" c:formatCode="yyyy\-mm\-dd">
                  <c:v>45903</c:v>
                </c:pt>
                <c:pt idx="164" c:formatCode="yyyy\-mm\-dd">
                  <c:v>45904</c:v>
                </c:pt>
                <c:pt idx="165" c:formatCode="yyyy\-mm\-dd">
                  <c:v>45905</c:v>
                </c:pt>
                <c:pt idx="166" c:formatCode="yyyy\-mm\-dd">
                  <c:v>45908</c:v>
                </c:pt>
                <c:pt idx="167" c:formatCode="yyyy\-mm\-dd">
                  <c:v>45909</c:v>
                </c:pt>
                <c:pt idx="168" c:formatCode="yyyy\-mm\-dd">
                  <c:v>45910</c:v>
                </c:pt>
                <c:pt idx="169" c:formatCode="yyyy\-mm\-dd">
                  <c:v>45911</c:v>
                </c:pt>
                <c:pt idx="170" c:formatCode="yyyy\-mm\-dd">
                  <c:v>45912</c:v>
                </c:pt>
                <c:pt idx="171" c:formatCode="yyyy\-mm\-dd">
                  <c:v>45915</c:v>
                </c:pt>
                <c:pt idx="172" c:formatCode="yyyy\-mm\-dd">
                  <c:v>45916</c:v>
                </c:pt>
                <c:pt idx="173" c:formatCode="yyyy\-mm\-dd">
                  <c:v>45917</c:v>
                </c:pt>
                <c:pt idx="174" c:formatCode="yyyy\-mm\-dd">
                  <c:v>45918</c:v>
                </c:pt>
                <c:pt idx="175" c:formatCode="yyyy\-mm\-dd">
                  <c:v>45919</c:v>
                </c:pt>
                <c:pt idx="176" c:formatCode="yyyy\-mm\-dd">
                  <c:v>45922</c:v>
                </c:pt>
                <c:pt idx="177" c:formatCode="yyyy\-mm\-dd">
                  <c:v>45923</c:v>
                </c:pt>
                <c:pt idx="178" c:formatCode="yyyy\-mm\-dd">
                  <c:v>45924</c:v>
                </c:pt>
                <c:pt idx="179" c:formatCode="yyyy\-mm\-dd">
                  <c:v>45925</c:v>
                </c:pt>
                <c:pt idx="180" c:formatCode="yyyy\-mm\-dd">
                  <c:v>45926</c:v>
                </c:pt>
                <c:pt idx="181" c:formatCode="yyyy\-mm\-dd">
                  <c:v>45929</c:v>
                </c:pt>
                <c:pt idx="182" c:formatCode="yyyy\-mm\-dd">
                  <c:v>45930</c:v>
                </c:pt>
                <c:pt idx="183" c:formatCode="yyyy\-mm\-dd">
                  <c:v>45939</c:v>
                </c:pt>
                <c:pt idx="184" c:formatCode="yyyy\-mm\-dd">
                  <c:v>45940</c:v>
                </c:pt>
                <c:pt idx="185" c:formatCode="yyyy\-mm\-dd">
                  <c:v>45943</c:v>
                </c:pt>
                <c:pt idx="186" c:formatCode="yyyy\-mm\-dd">
                  <c:v>45944</c:v>
                </c:pt>
                <c:pt idx="187" c:formatCode="yyyy\-mm\-dd">
                  <c:v>45945</c:v>
                </c:pt>
                <c:pt idx="188" c:formatCode="yyyy\-mm\-dd">
                  <c:v>45946</c:v>
                </c:pt>
                <c:pt idx="189" c:formatCode="yyyy\-mm\-dd">
                  <c:v>45947</c:v>
                </c:pt>
                <c:pt idx="190" c:formatCode="yyyy\-mm\-dd">
                  <c:v>45950</c:v>
                </c:pt>
                <c:pt idx="191" c:formatCode="yyyy\-mm\-dd">
                  <c:v>45951</c:v>
                </c:pt>
                <c:pt idx="192" c:formatCode="yyyy\-mm\-dd">
                  <c:v>45952</c:v>
                </c:pt>
                <c:pt idx="193" c:formatCode="yyyy\-mm\-dd">
                  <c:v>45953</c:v>
                </c:pt>
                <c:pt idx="194" c:formatCode="yyyy\-mm\-dd">
                  <c:v>45954</c:v>
                </c:pt>
                <c:pt idx="195" c:formatCode="yyyy\-mm\-dd">
                  <c:v>45957</c:v>
                </c:pt>
                <c:pt idx="196" c:formatCode="yyyy\-mm\-dd">
                  <c:v>45958</c:v>
                </c:pt>
                <c:pt idx="197" c:formatCode="yyyy\-mm\-dd">
                  <c:v>45959</c:v>
                </c:pt>
                <c:pt idx="198" c:formatCode="yyyy\-mm\-dd">
                  <c:v>45960</c:v>
                </c:pt>
                <c:pt idx="199" c:formatCode="yyyy\-mm\-dd">
                  <c:v>45961</c:v>
                </c:pt>
                <c:pt idx="200" c:formatCode="yyyy\-mm\-dd">
                  <c:v>45964</c:v>
                </c:pt>
                <c:pt idx="201" c:formatCode="yyyy\-mm\-dd">
                  <c:v>45965</c:v>
                </c:pt>
                <c:pt idx="202" c:formatCode="yyyy\-mm\-dd">
                  <c:v>45966</c:v>
                </c:pt>
                <c:pt idx="203" c:formatCode="yyyy\-mm\-dd">
                  <c:v>45967</c:v>
                </c:pt>
                <c:pt idx="204" c:formatCode="yyyy\-mm\-dd">
                  <c:v>45968</c:v>
                </c:pt>
                <c:pt idx="205" c:formatCode="yyyy\-mm\-dd">
                  <c:v>45971</c:v>
                </c:pt>
                <c:pt idx="206" c:formatCode="yyyy\-mm\-dd">
                  <c:v>45972</c:v>
                </c:pt>
                <c:pt idx="207" c:formatCode="yyyy\-mm\-dd">
                  <c:v>45973</c:v>
                </c:pt>
                <c:pt idx="208" c:formatCode="yyyy\-mm\-dd">
                  <c:v>45974</c:v>
                </c:pt>
                <c:pt idx="209" c:formatCode="yyyy\-mm\-dd">
                  <c:v>45975</c:v>
                </c:pt>
                <c:pt idx="210" c:formatCode="yyyy\-mm\-dd">
                  <c:v>45978</c:v>
                </c:pt>
                <c:pt idx="211" c:formatCode="yyyy\-mm\-dd">
                  <c:v>45979</c:v>
                </c:pt>
                <c:pt idx="212" c:formatCode="yyyy\-mm\-dd">
                  <c:v>45980</c:v>
                </c:pt>
                <c:pt idx="213" c:formatCode="yyyy\-mm\-dd">
                  <c:v>45981</c:v>
                </c:pt>
                <c:pt idx="214" c:formatCode="yyyy\-mm\-dd">
                  <c:v>45982</c:v>
                </c:pt>
                <c:pt idx="215" c:formatCode="yyyy\-mm\-dd">
                  <c:v>45985</c:v>
                </c:pt>
                <c:pt idx="216" c:formatCode="yyyy\-mm\-dd">
                  <c:v>45986</c:v>
                </c:pt>
                <c:pt idx="217" c:formatCode="yyyy\-mm\-dd">
                  <c:v>45987</c:v>
                </c:pt>
                <c:pt idx="218" c:formatCode="yyyy\-mm\-dd">
                  <c:v>45988</c:v>
                </c:pt>
                <c:pt idx="219" c:formatCode="yyyy\-mm\-dd">
                  <c:v>45989</c:v>
                </c:pt>
                <c:pt idx="220" c:formatCode="yyyy\-mm\-dd">
                  <c:v>45992</c:v>
                </c:pt>
                <c:pt idx="221" c:formatCode="yyyy\-mm\-dd">
                  <c:v>45993</c:v>
                </c:pt>
                <c:pt idx="222" c:formatCode="yyyy\-mm\-dd">
                  <c:v>45994</c:v>
                </c:pt>
                <c:pt idx="223" c:formatCode="yyyy\-mm\-dd">
                  <c:v>45995</c:v>
                </c:pt>
                <c:pt idx="224" c:formatCode="yyyy\-mm\-dd">
                  <c:v>45996</c:v>
                </c:pt>
                <c:pt idx="225" c:formatCode="yyyy\-mm\-dd">
                  <c:v>45999</c:v>
                </c:pt>
                <c:pt idx="226" c:formatCode="yyyy\-mm\-dd">
                  <c:v>46000</c:v>
                </c:pt>
                <c:pt idx="227" c:formatCode="yyyy\-mm\-dd">
                  <c:v>46001</c:v>
                </c:pt>
                <c:pt idx="228" c:formatCode="yyyy\-mm\-dd">
                  <c:v>46002</c:v>
                </c:pt>
                <c:pt idx="229" c:formatCode="yyyy\-mm\-dd">
                  <c:v>46003</c:v>
                </c:pt>
                <c:pt idx="230" c:formatCode="yyyy\-mm\-dd">
                  <c:v>46006</c:v>
                </c:pt>
                <c:pt idx="231" c:formatCode="yyyy\-mm\-dd">
                  <c:v>46007</c:v>
                </c:pt>
                <c:pt idx="232" c:formatCode="yyyy\-mm\-dd">
                  <c:v>46008</c:v>
                </c:pt>
                <c:pt idx="233" c:formatCode="yyyy\-mm\-dd">
                  <c:v>46009</c:v>
                </c:pt>
                <c:pt idx="234" c:formatCode="yyyy\-mm\-dd">
                  <c:v>46010</c:v>
                </c:pt>
                <c:pt idx="235" c:formatCode="yyyy\-mm\-dd">
                  <c:v>46013</c:v>
                </c:pt>
                <c:pt idx="236" c:formatCode="yyyy\-mm\-dd">
                  <c:v>46014</c:v>
                </c:pt>
                <c:pt idx="237" c:formatCode="yyyy\-mm\-dd">
                  <c:v>46015</c:v>
                </c:pt>
                <c:pt idx="238" c:formatCode="yyyy\-mm\-dd">
                  <c:v>46016</c:v>
                </c:pt>
                <c:pt idx="239" c:formatCode="yyyy\-mm\-dd">
                  <c:v>46017</c:v>
                </c:pt>
              </c:numCache>
            </c:numRef>
          </c:cat>
          <c:val>
            <c:numRef>
              <c:f>[518880.SH.xlsx]file!$E$2:$E$3022</c:f>
            </c:numRef>
          </c:val>
          <c:smooth val="0"/>
        </c:ser>
        <c:ser>
          <c:idx val="2"/>
          <c:order val="2"/>
          <c:tx>
            <c:strRef>
              <c:f>[518880.SH.xlsx]file!$F$1</c:f>
              <c:strCache>
                <c:ptCount val="1"/>
                <c:pt idx="0">
                  <c:v>最低价(元)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[518880.SH.xlsx]file!$C$2:$C$3022</c:f>
              <c:numCache>
                <c:formatCode>yyyy\-mm\-dd</c:formatCode>
                <c:ptCount val="240"/>
                <c:pt idx="0" c:formatCode="yyyy\-mm\-dd">
                  <c:v>45659</c:v>
                </c:pt>
                <c:pt idx="1" c:formatCode="yyyy\-mm\-dd">
                  <c:v>45660</c:v>
                </c:pt>
                <c:pt idx="2" c:formatCode="yyyy\-mm\-dd">
                  <c:v>45663</c:v>
                </c:pt>
                <c:pt idx="3" c:formatCode="yyyy\-mm\-dd">
                  <c:v>45664</c:v>
                </c:pt>
                <c:pt idx="4" c:formatCode="yyyy\-mm\-dd">
                  <c:v>45665</c:v>
                </c:pt>
                <c:pt idx="5" c:formatCode="yyyy\-mm\-dd">
                  <c:v>45666</c:v>
                </c:pt>
                <c:pt idx="6" c:formatCode="yyyy\-mm\-dd">
                  <c:v>45667</c:v>
                </c:pt>
                <c:pt idx="7" c:formatCode="yyyy\-mm\-dd">
                  <c:v>45670</c:v>
                </c:pt>
                <c:pt idx="8" c:formatCode="yyyy\-mm\-dd">
                  <c:v>45671</c:v>
                </c:pt>
                <c:pt idx="9" c:formatCode="yyyy\-mm\-dd">
                  <c:v>45672</c:v>
                </c:pt>
                <c:pt idx="10" c:formatCode="yyyy\-mm\-dd">
                  <c:v>45673</c:v>
                </c:pt>
                <c:pt idx="11" c:formatCode="yyyy\-mm\-dd">
                  <c:v>45674</c:v>
                </c:pt>
                <c:pt idx="12" c:formatCode="yyyy\-mm\-dd">
                  <c:v>45677</c:v>
                </c:pt>
                <c:pt idx="13" c:formatCode="yyyy\-mm\-dd">
                  <c:v>45678</c:v>
                </c:pt>
                <c:pt idx="14" c:formatCode="yyyy\-mm\-dd">
                  <c:v>45679</c:v>
                </c:pt>
                <c:pt idx="15" c:formatCode="yyyy\-mm\-dd">
                  <c:v>45680</c:v>
                </c:pt>
                <c:pt idx="16" c:formatCode="yyyy\-mm\-dd">
                  <c:v>45681</c:v>
                </c:pt>
                <c:pt idx="17" c:formatCode="yyyy\-mm\-dd">
                  <c:v>45684</c:v>
                </c:pt>
                <c:pt idx="18" c:formatCode="yyyy\-mm\-dd">
                  <c:v>45693</c:v>
                </c:pt>
                <c:pt idx="19" c:formatCode="yyyy\-mm\-dd">
                  <c:v>45694</c:v>
                </c:pt>
                <c:pt idx="20" c:formatCode="yyyy\-mm\-dd">
                  <c:v>45695</c:v>
                </c:pt>
                <c:pt idx="21" c:formatCode="yyyy\-mm\-dd">
                  <c:v>45698</c:v>
                </c:pt>
                <c:pt idx="22" c:formatCode="yyyy\-mm\-dd">
                  <c:v>45699</c:v>
                </c:pt>
                <c:pt idx="23" c:formatCode="yyyy\-mm\-dd">
                  <c:v>45700</c:v>
                </c:pt>
                <c:pt idx="24" c:formatCode="yyyy\-mm\-dd">
                  <c:v>45701</c:v>
                </c:pt>
                <c:pt idx="25" c:formatCode="yyyy\-mm\-dd">
                  <c:v>45702</c:v>
                </c:pt>
                <c:pt idx="26" c:formatCode="yyyy\-mm\-dd">
                  <c:v>45705</c:v>
                </c:pt>
                <c:pt idx="27" c:formatCode="yyyy\-mm\-dd">
                  <c:v>45706</c:v>
                </c:pt>
                <c:pt idx="28" c:formatCode="yyyy\-mm\-dd">
                  <c:v>45707</c:v>
                </c:pt>
                <c:pt idx="29" c:formatCode="yyyy\-mm\-dd">
                  <c:v>45708</c:v>
                </c:pt>
                <c:pt idx="30" c:formatCode="yyyy\-mm\-dd">
                  <c:v>45709</c:v>
                </c:pt>
                <c:pt idx="31" c:formatCode="yyyy\-mm\-dd">
                  <c:v>45712</c:v>
                </c:pt>
                <c:pt idx="32" c:formatCode="yyyy\-mm\-dd">
                  <c:v>45713</c:v>
                </c:pt>
                <c:pt idx="33" c:formatCode="yyyy\-mm\-dd">
                  <c:v>45714</c:v>
                </c:pt>
                <c:pt idx="34" c:formatCode="yyyy\-mm\-dd">
                  <c:v>45715</c:v>
                </c:pt>
                <c:pt idx="35" c:formatCode="yyyy\-mm\-dd">
                  <c:v>45716</c:v>
                </c:pt>
                <c:pt idx="36" c:formatCode="yyyy\-mm\-dd">
                  <c:v>45719</c:v>
                </c:pt>
                <c:pt idx="37" c:formatCode="yyyy\-mm\-dd">
                  <c:v>45720</c:v>
                </c:pt>
                <c:pt idx="38" c:formatCode="yyyy\-mm\-dd">
                  <c:v>45721</c:v>
                </c:pt>
                <c:pt idx="39" c:formatCode="yyyy\-mm\-dd">
                  <c:v>45722</c:v>
                </c:pt>
                <c:pt idx="40" c:formatCode="yyyy\-mm\-dd">
                  <c:v>45723</c:v>
                </c:pt>
                <c:pt idx="41" c:formatCode="yyyy\-mm\-dd">
                  <c:v>45726</c:v>
                </c:pt>
                <c:pt idx="42" c:formatCode="yyyy\-mm\-dd">
                  <c:v>45727</c:v>
                </c:pt>
                <c:pt idx="43" c:formatCode="yyyy\-mm\-dd">
                  <c:v>45728</c:v>
                </c:pt>
                <c:pt idx="44" c:formatCode="yyyy\-mm\-dd">
                  <c:v>45729</c:v>
                </c:pt>
                <c:pt idx="45" c:formatCode="yyyy\-mm\-dd">
                  <c:v>45730</c:v>
                </c:pt>
                <c:pt idx="46" c:formatCode="yyyy\-mm\-dd">
                  <c:v>45733</c:v>
                </c:pt>
                <c:pt idx="47" c:formatCode="yyyy\-mm\-dd">
                  <c:v>45734</c:v>
                </c:pt>
                <c:pt idx="48" c:formatCode="yyyy\-mm\-dd">
                  <c:v>45735</c:v>
                </c:pt>
                <c:pt idx="49" c:formatCode="yyyy\-mm\-dd">
                  <c:v>45736</c:v>
                </c:pt>
                <c:pt idx="50" c:formatCode="yyyy\-mm\-dd">
                  <c:v>45737</c:v>
                </c:pt>
                <c:pt idx="51" c:formatCode="yyyy\-mm\-dd">
                  <c:v>45740</c:v>
                </c:pt>
                <c:pt idx="52" c:formatCode="yyyy\-mm\-dd">
                  <c:v>45741</c:v>
                </c:pt>
                <c:pt idx="53" c:formatCode="yyyy\-mm\-dd">
                  <c:v>45742</c:v>
                </c:pt>
                <c:pt idx="54" c:formatCode="yyyy\-mm\-dd">
                  <c:v>45743</c:v>
                </c:pt>
                <c:pt idx="55" c:formatCode="yyyy\-mm\-dd">
                  <c:v>45744</c:v>
                </c:pt>
                <c:pt idx="56" c:formatCode="yyyy\-mm\-dd">
                  <c:v>45747</c:v>
                </c:pt>
                <c:pt idx="57" c:formatCode="yyyy\-mm\-dd">
                  <c:v>45748</c:v>
                </c:pt>
                <c:pt idx="58" c:formatCode="yyyy\-mm\-dd">
                  <c:v>45749</c:v>
                </c:pt>
                <c:pt idx="59" c:formatCode="yyyy\-mm\-dd">
                  <c:v>45750</c:v>
                </c:pt>
                <c:pt idx="60" c:formatCode="yyyy\-mm\-dd">
                  <c:v>45754</c:v>
                </c:pt>
                <c:pt idx="61" c:formatCode="yyyy\-mm\-dd">
                  <c:v>45755</c:v>
                </c:pt>
                <c:pt idx="62" c:formatCode="yyyy\-mm\-dd">
                  <c:v>45756</c:v>
                </c:pt>
                <c:pt idx="63" c:formatCode="yyyy\-mm\-dd">
                  <c:v>45757</c:v>
                </c:pt>
                <c:pt idx="64" c:formatCode="yyyy\-mm\-dd">
                  <c:v>45758</c:v>
                </c:pt>
                <c:pt idx="65" c:formatCode="yyyy\-mm\-dd">
                  <c:v>45761</c:v>
                </c:pt>
                <c:pt idx="66" c:formatCode="yyyy\-mm\-dd">
                  <c:v>45762</c:v>
                </c:pt>
                <c:pt idx="67" c:formatCode="yyyy\-mm\-dd">
                  <c:v>45763</c:v>
                </c:pt>
                <c:pt idx="68" c:formatCode="yyyy\-mm\-dd">
                  <c:v>45764</c:v>
                </c:pt>
                <c:pt idx="69" c:formatCode="yyyy\-mm\-dd">
                  <c:v>45765</c:v>
                </c:pt>
                <c:pt idx="70" c:formatCode="yyyy\-mm\-dd">
                  <c:v>45768</c:v>
                </c:pt>
                <c:pt idx="71" c:formatCode="yyyy\-mm\-dd">
                  <c:v>45769</c:v>
                </c:pt>
                <c:pt idx="72" c:formatCode="yyyy\-mm\-dd">
                  <c:v>45770</c:v>
                </c:pt>
                <c:pt idx="73" c:formatCode="yyyy\-mm\-dd">
                  <c:v>45771</c:v>
                </c:pt>
                <c:pt idx="74" c:formatCode="yyyy\-mm\-dd">
                  <c:v>45772</c:v>
                </c:pt>
                <c:pt idx="75" c:formatCode="yyyy\-mm\-dd">
                  <c:v>45775</c:v>
                </c:pt>
                <c:pt idx="76" c:formatCode="yyyy\-mm\-dd">
                  <c:v>45776</c:v>
                </c:pt>
                <c:pt idx="77" c:formatCode="yyyy\-mm\-dd">
                  <c:v>45777</c:v>
                </c:pt>
                <c:pt idx="78" c:formatCode="yyyy\-mm\-dd">
                  <c:v>45783</c:v>
                </c:pt>
                <c:pt idx="79" c:formatCode="yyyy\-mm\-dd">
                  <c:v>45784</c:v>
                </c:pt>
                <c:pt idx="80" c:formatCode="yyyy\-mm\-dd">
                  <c:v>45785</c:v>
                </c:pt>
                <c:pt idx="81" c:formatCode="yyyy\-mm\-dd">
                  <c:v>45786</c:v>
                </c:pt>
                <c:pt idx="82" c:formatCode="yyyy\-mm\-dd">
                  <c:v>45789</c:v>
                </c:pt>
                <c:pt idx="83" c:formatCode="yyyy\-mm\-dd">
                  <c:v>45790</c:v>
                </c:pt>
                <c:pt idx="84" c:formatCode="yyyy\-mm\-dd">
                  <c:v>45791</c:v>
                </c:pt>
                <c:pt idx="85" c:formatCode="yyyy\-mm\-dd">
                  <c:v>45792</c:v>
                </c:pt>
                <c:pt idx="86" c:formatCode="yyyy\-mm\-dd">
                  <c:v>45793</c:v>
                </c:pt>
                <c:pt idx="87" c:formatCode="yyyy\-mm\-dd">
                  <c:v>45796</c:v>
                </c:pt>
                <c:pt idx="88" c:formatCode="yyyy\-mm\-dd">
                  <c:v>45797</c:v>
                </c:pt>
                <c:pt idx="89" c:formatCode="yyyy\-mm\-dd">
                  <c:v>45798</c:v>
                </c:pt>
                <c:pt idx="90" c:formatCode="yyyy\-mm\-dd">
                  <c:v>45799</c:v>
                </c:pt>
                <c:pt idx="91" c:formatCode="yyyy\-mm\-dd">
                  <c:v>45800</c:v>
                </c:pt>
                <c:pt idx="92" c:formatCode="yyyy\-mm\-dd">
                  <c:v>45803</c:v>
                </c:pt>
                <c:pt idx="93" c:formatCode="yyyy\-mm\-dd">
                  <c:v>45804</c:v>
                </c:pt>
                <c:pt idx="94" c:formatCode="yyyy\-mm\-dd">
                  <c:v>45805</c:v>
                </c:pt>
                <c:pt idx="95" c:formatCode="yyyy\-mm\-dd">
                  <c:v>45806</c:v>
                </c:pt>
                <c:pt idx="96" c:formatCode="yyyy\-mm\-dd">
                  <c:v>45807</c:v>
                </c:pt>
                <c:pt idx="97" c:formatCode="yyyy\-mm\-dd">
                  <c:v>45811</c:v>
                </c:pt>
                <c:pt idx="98" c:formatCode="yyyy\-mm\-dd">
                  <c:v>45812</c:v>
                </c:pt>
                <c:pt idx="99" c:formatCode="yyyy\-mm\-dd">
                  <c:v>45813</c:v>
                </c:pt>
                <c:pt idx="100" c:formatCode="yyyy\-mm\-dd">
                  <c:v>45814</c:v>
                </c:pt>
                <c:pt idx="101" c:formatCode="yyyy\-mm\-dd">
                  <c:v>45817</c:v>
                </c:pt>
                <c:pt idx="102" c:formatCode="yyyy\-mm\-dd">
                  <c:v>45818</c:v>
                </c:pt>
                <c:pt idx="103" c:formatCode="yyyy\-mm\-dd">
                  <c:v>45819</c:v>
                </c:pt>
                <c:pt idx="104" c:formatCode="yyyy\-mm\-dd">
                  <c:v>45820</c:v>
                </c:pt>
                <c:pt idx="105" c:formatCode="yyyy\-mm\-dd">
                  <c:v>45821</c:v>
                </c:pt>
                <c:pt idx="106" c:formatCode="yyyy\-mm\-dd">
                  <c:v>45824</c:v>
                </c:pt>
                <c:pt idx="107" c:formatCode="yyyy\-mm\-dd">
                  <c:v>45825</c:v>
                </c:pt>
                <c:pt idx="108" c:formatCode="yyyy\-mm\-dd">
                  <c:v>45826</c:v>
                </c:pt>
                <c:pt idx="109" c:formatCode="yyyy\-mm\-dd">
                  <c:v>45827</c:v>
                </c:pt>
                <c:pt idx="110" c:formatCode="yyyy\-mm\-dd">
                  <c:v>45828</c:v>
                </c:pt>
                <c:pt idx="111" c:formatCode="yyyy\-mm\-dd">
                  <c:v>45831</c:v>
                </c:pt>
                <c:pt idx="112" c:formatCode="yyyy\-mm\-dd">
                  <c:v>45832</c:v>
                </c:pt>
                <c:pt idx="113" c:formatCode="yyyy\-mm\-dd">
                  <c:v>45833</c:v>
                </c:pt>
                <c:pt idx="114" c:formatCode="yyyy\-mm\-dd">
                  <c:v>45834</c:v>
                </c:pt>
                <c:pt idx="115" c:formatCode="yyyy\-mm\-dd">
                  <c:v>45835</c:v>
                </c:pt>
                <c:pt idx="116" c:formatCode="yyyy\-mm\-dd">
                  <c:v>45838</c:v>
                </c:pt>
                <c:pt idx="117" c:formatCode="yyyy\-mm\-dd">
                  <c:v>45839</c:v>
                </c:pt>
                <c:pt idx="118" c:formatCode="yyyy\-mm\-dd">
                  <c:v>45840</c:v>
                </c:pt>
                <c:pt idx="119" c:formatCode="yyyy\-mm\-dd">
                  <c:v>45841</c:v>
                </c:pt>
                <c:pt idx="120" c:formatCode="yyyy\-mm\-dd">
                  <c:v>45842</c:v>
                </c:pt>
                <c:pt idx="121" c:formatCode="yyyy\-mm\-dd">
                  <c:v>45845</c:v>
                </c:pt>
                <c:pt idx="122" c:formatCode="yyyy\-mm\-dd">
                  <c:v>45846</c:v>
                </c:pt>
                <c:pt idx="123" c:formatCode="yyyy\-mm\-dd">
                  <c:v>45847</c:v>
                </c:pt>
                <c:pt idx="124" c:formatCode="yyyy\-mm\-dd">
                  <c:v>45848</c:v>
                </c:pt>
                <c:pt idx="125" c:formatCode="yyyy\-mm\-dd">
                  <c:v>45849</c:v>
                </c:pt>
                <c:pt idx="126" c:formatCode="yyyy\-mm\-dd">
                  <c:v>45852</c:v>
                </c:pt>
                <c:pt idx="127" c:formatCode="yyyy\-mm\-dd">
                  <c:v>45853</c:v>
                </c:pt>
                <c:pt idx="128" c:formatCode="yyyy\-mm\-dd">
                  <c:v>45854</c:v>
                </c:pt>
                <c:pt idx="129" c:formatCode="yyyy\-mm\-dd">
                  <c:v>45855</c:v>
                </c:pt>
                <c:pt idx="130" c:formatCode="yyyy\-mm\-dd">
                  <c:v>45856</c:v>
                </c:pt>
                <c:pt idx="131" c:formatCode="yyyy\-mm\-dd">
                  <c:v>45859</c:v>
                </c:pt>
                <c:pt idx="132" c:formatCode="yyyy\-mm\-dd">
                  <c:v>45860</c:v>
                </c:pt>
                <c:pt idx="133" c:formatCode="yyyy\-mm\-dd">
                  <c:v>45861</c:v>
                </c:pt>
                <c:pt idx="134" c:formatCode="yyyy\-mm\-dd">
                  <c:v>45862</c:v>
                </c:pt>
                <c:pt idx="135" c:formatCode="yyyy\-mm\-dd">
                  <c:v>45863</c:v>
                </c:pt>
                <c:pt idx="136" c:formatCode="yyyy\-mm\-dd">
                  <c:v>45866</c:v>
                </c:pt>
                <c:pt idx="137" c:formatCode="yyyy\-mm\-dd">
                  <c:v>45867</c:v>
                </c:pt>
                <c:pt idx="138" c:formatCode="yyyy\-mm\-dd">
                  <c:v>45868</c:v>
                </c:pt>
                <c:pt idx="139" c:formatCode="yyyy\-mm\-dd">
                  <c:v>45869</c:v>
                </c:pt>
                <c:pt idx="140" c:formatCode="yyyy\-mm\-dd">
                  <c:v>45870</c:v>
                </c:pt>
                <c:pt idx="141" c:formatCode="yyyy\-mm\-dd">
                  <c:v>45873</c:v>
                </c:pt>
                <c:pt idx="142" c:formatCode="yyyy\-mm\-dd">
                  <c:v>45874</c:v>
                </c:pt>
                <c:pt idx="143" c:formatCode="yyyy\-mm\-dd">
                  <c:v>45875</c:v>
                </c:pt>
                <c:pt idx="144" c:formatCode="yyyy\-mm\-dd">
                  <c:v>45876</c:v>
                </c:pt>
                <c:pt idx="145" c:formatCode="yyyy\-mm\-dd">
                  <c:v>45877</c:v>
                </c:pt>
                <c:pt idx="146" c:formatCode="yyyy\-mm\-dd">
                  <c:v>45880</c:v>
                </c:pt>
                <c:pt idx="147" c:formatCode="yyyy\-mm\-dd">
                  <c:v>45881</c:v>
                </c:pt>
                <c:pt idx="148" c:formatCode="yyyy\-mm\-dd">
                  <c:v>45882</c:v>
                </c:pt>
                <c:pt idx="149" c:formatCode="yyyy\-mm\-dd">
                  <c:v>45883</c:v>
                </c:pt>
                <c:pt idx="150" c:formatCode="yyyy\-mm\-dd">
                  <c:v>45884</c:v>
                </c:pt>
                <c:pt idx="151" c:formatCode="yyyy\-mm\-dd">
                  <c:v>45887</c:v>
                </c:pt>
                <c:pt idx="152" c:formatCode="yyyy\-mm\-dd">
                  <c:v>45888</c:v>
                </c:pt>
                <c:pt idx="153" c:formatCode="yyyy\-mm\-dd">
                  <c:v>45889</c:v>
                </c:pt>
                <c:pt idx="154" c:formatCode="yyyy\-mm\-dd">
                  <c:v>45890</c:v>
                </c:pt>
                <c:pt idx="155" c:formatCode="yyyy\-mm\-dd">
                  <c:v>45891</c:v>
                </c:pt>
                <c:pt idx="156" c:formatCode="yyyy\-mm\-dd">
                  <c:v>45894</c:v>
                </c:pt>
                <c:pt idx="157" c:formatCode="yyyy\-mm\-dd">
                  <c:v>45895</c:v>
                </c:pt>
                <c:pt idx="158" c:formatCode="yyyy\-mm\-dd">
                  <c:v>45896</c:v>
                </c:pt>
                <c:pt idx="159" c:formatCode="yyyy\-mm\-dd">
                  <c:v>45897</c:v>
                </c:pt>
                <c:pt idx="160" c:formatCode="yyyy\-mm\-dd">
                  <c:v>45898</c:v>
                </c:pt>
                <c:pt idx="161" c:formatCode="yyyy\-mm\-dd">
                  <c:v>45901</c:v>
                </c:pt>
                <c:pt idx="162" c:formatCode="yyyy\-mm\-dd">
                  <c:v>45902</c:v>
                </c:pt>
                <c:pt idx="163" c:formatCode="yyyy\-mm\-dd">
                  <c:v>45903</c:v>
                </c:pt>
                <c:pt idx="164" c:formatCode="yyyy\-mm\-dd">
                  <c:v>45904</c:v>
                </c:pt>
                <c:pt idx="165" c:formatCode="yyyy\-mm\-dd">
                  <c:v>45905</c:v>
                </c:pt>
                <c:pt idx="166" c:formatCode="yyyy\-mm\-dd">
                  <c:v>45908</c:v>
                </c:pt>
                <c:pt idx="167" c:formatCode="yyyy\-mm\-dd">
                  <c:v>45909</c:v>
                </c:pt>
                <c:pt idx="168" c:formatCode="yyyy\-mm\-dd">
                  <c:v>45910</c:v>
                </c:pt>
                <c:pt idx="169" c:formatCode="yyyy\-mm\-dd">
                  <c:v>45911</c:v>
                </c:pt>
                <c:pt idx="170" c:formatCode="yyyy\-mm\-dd">
                  <c:v>45912</c:v>
                </c:pt>
                <c:pt idx="171" c:formatCode="yyyy\-mm\-dd">
                  <c:v>45915</c:v>
                </c:pt>
                <c:pt idx="172" c:formatCode="yyyy\-mm\-dd">
                  <c:v>45916</c:v>
                </c:pt>
                <c:pt idx="173" c:formatCode="yyyy\-mm\-dd">
                  <c:v>45917</c:v>
                </c:pt>
                <c:pt idx="174" c:formatCode="yyyy\-mm\-dd">
                  <c:v>45918</c:v>
                </c:pt>
                <c:pt idx="175" c:formatCode="yyyy\-mm\-dd">
                  <c:v>45919</c:v>
                </c:pt>
                <c:pt idx="176" c:formatCode="yyyy\-mm\-dd">
                  <c:v>45922</c:v>
                </c:pt>
                <c:pt idx="177" c:formatCode="yyyy\-mm\-dd">
                  <c:v>45923</c:v>
                </c:pt>
                <c:pt idx="178" c:formatCode="yyyy\-mm\-dd">
                  <c:v>45924</c:v>
                </c:pt>
                <c:pt idx="179" c:formatCode="yyyy\-mm\-dd">
                  <c:v>45925</c:v>
                </c:pt>
                <c:pt idx="180" c:formatCode="yyyy\-mm\-dd">
                  <c:v>45926</c:v>
                </c:pt>
                <c:pt idx="181" c:formatCode="yyyy\-mm\-dd">
                  <c:v>45929</c:v>
                </c:pt>
                <c:pt idx="182" c:formatCode="yyyy\-mm\-dd">
                  <c:v>45930</c:v>
                </c:pt>
                <c:pt idx="183" c:formatCode="yyyy\-mm\-dd">
                  <c:v>45939</c:v>
                </c:pt>
                <c:pt idx="184" c:formatCode="yyyy\-mm\-dd">
                  <c:v>45940</c:v>
                </c:pt>
                <c:pt idx="185" c:formatCode="yyyy\-mm\-dd">
                  <c:v>45943</c:v>
                </c:pt>
                <c:pt idx="186" c:formatCode="yyyy\-mm\-dd">
                  <c:v>45944</c:v>
                </c:pt>
                <c:pt idx="187" c:formatCode="yyyy\-mm\-dd">
                  <c:v>45945</c:v>
                </c:pt>
                <c:pt idx="188" c:formatCode="yyyy\-mm\-dd">
                  <c:v>45946</c:v>
                </c:pt>
                <c:pt idx="189" c:formatCode="yyyy\-mm\-dd">
                  <c:v>45947</c:v>
                </c:pt>
                <c:pt idx="190" c:formatCode="yyyy\-mm\-dd">
                  <c:v>45950</c:v>
                </c:pt>
                <c:pt idx="191" c:formatCode="yyyy\-mm\-dd">
                  <c:v>45951</c:v>
                </c:pt>
                <c:pt idx="192" c:formatCode="yyyy\-mm\-dd">
                  <c:v>45952</c:v>
                </c:pt>
                <c:pt idx="193" c:formatCode="yyyy\-mm\-dd">
                  <c:v>45953</c:v>
                </c:pt>
                <c:pt idx="194" c:formatCode="yyyy\-mm\-dd">
                  <c:v>45954</c:v>
                </c:pt>
                <c:pt idx="195" c:formatCode="yyyy\-mm\-dd">
                  <c:v>45957</c:v>
                </c:pt>
                <c:pt idx="196" c:formatCode="yyyy\-mm\-dd">
                  <c:v>45958</c:v>
                </c:pt>
                <c:pt idx="197" c:formatCode="yyyy\-mm\-dd">
                  <c:v>45959</c:v>
                </c:pt>
                <c:pt idx="198" c:formatCode="yyyy\-mm\-dd">
                  <c:v>45960</c:v>
                </c:pt>
                <c:pt idx="199" c:formatCode="yyyy\-mm\-dd">
                  <c:v>45961</c:v>
                </c:pt>
                <c:pt idx="200" c:formatCode="yyyy\-mm\-dd">
                  <c:v>45964</c:v>
                </c:pt>
                <c:pt idx="201" c:formatCode="yyyy\-mm\-dd">
                  <c:v>45965</c:v>
                </c:pt>
                <c:pt idx="202" c:formatCode="yyyy\-mm\-dd">
                  <c:v>45966</c:v>
                </c:pt>
                <c:pt idx="203" c:formatCode="yyyy\-mm\-dd">
                  <c:v>45967</c:v>
                </c:pt>
                <c:pt idx="204" c:formatCode="yyyy\-mm\-dd">
                  <c:v>45968</c:v>
                </c:pt>
                <c:pt idx="205" c:formatCode="yyyy\-mm\-dd">
                  <c:v>45971</c:v>
                </c:pt>
                <c:pt idx="206" c:formatCode="yyyy\-mm\-dd">
                  <c:v>45972</c:v>
                </c:pt>
                <c:pt idx="207" c:formatCode="yyyy\-mm\-dd">
                  <c:v>45973</c:v>
                </c:pt>
                <c:pt idx="208" c:formatCode="yyyy\-mm\-dd">
                  <c:v>45974</c:v>
                </c:pt>
                <c:pt idx="209" c:formatCode="yyyy\-mm\-dd">
                  <c:v>45975</c:v>
                </c:pt>
                <c:pt idx="210" c:formatCode="yyyy\-mm\-dd">
                  <c:v>45978</c:v>
                </c:pt>
                <c:pt idx="211" c:formatCode="yyyy\-mm\-dd">
                  <c:v>45979</c:v>
                </c:pt>
                <c:pt idx="212" c:formatCode="yyyy\-mm\-dd">
                  <c:v>45980</c:v>
                </c:pt>
                <c:pt idx="213" c:formatCode="yyyy\-mm\-dd">
                  <c:v>45981</c:v>
                </c:pt>
                <c:pt idx="214" c:formatCode="yyyy\-mm\-dd">
                  <c:v>45982</c:v>
                </c:pt>
                <c:pt idx="215" c:formatCode="yyyy\-mm\-dd">
                  <c:v>45985</c:v>
                </c:pt>
                <c:pt idx="216" c:formatCode="yyyy\-mm\-dd">
                  <c:v>45986</c:v>
                </c:pt>
                <c:pt idx="217" c:formatCode="yyyy\-mm\-dd">
                  <c:v>45987</c:v>
                </c:pt>
                <c:pt idx="218" c:formatCode="yyyy\-mm\-dd">
                  <c:v>45988</c:v>
                </c:pt>
                <c:pt idx="219" c:formatCode="yyyy\-mm\-dd">
                  <c:v>45989</c:v>
                </c:pt>
                <c:pt idx="220" c:formatCode="yyyy\-mm\-dd">
                  <c:v>45992</c:v>
                </c:pt>
                <c:pt idx="221" c:formatCode="yyyy\-mm\-dd">
                  <c:v>45993</c:v>
                </c:pt>
                <c:pt idx="222" c:formatCode="yyyy\-mm\-dd">
                  <c:v>45994</c:v>
                </c:pt>
                <c:pt idx="223" c:formatCode="yyyy\-mm\-dd">
                  <c:v>45995</c:v>
                </c:pt>
                <c:pt idx="224" c:formatCode="yyyy\-mm\-dd">
                  <c:v>45996</c:v>
                </c:pt>
                <c:pt idx="225" c:formatCode="yyyy\-mm\-dd">
                  <c:v>45999</c:v>
                </c:pt>
                <c:pt idx="226" c:formatCode="yyyy\-mm\-dd">
                  <c:v>46000</c:v>
                </c:pt>
                <c:pt idx="227" c:formatCode="yyyy\-mm\-dd">
                  <c:v>46001</c:v>
                </c:pt>
                <c:pt idx="228" c:formatCode="yyyy\-mm\-dd">
                  <c:v>46002</c:v>
                </c:pt>
                <c:pt idx="229" c:formatCode="yyyy\-mm\-dd">
                  <c:v>46003</c:v>
                </c:pt>
                <c:pt idx="230" c:formatCode="yyyy\-mm\-dd">
                  <c:v>46006</c:v>
                </c:pt>
                <c:pt idx="231" c:formatCode="yyyy\-mm\-dd">
                  <c:v>46007</c:v>
                </c:pt>
                <c:pt idx="232" c:formatCode="yyyy\-mm\-dd">
                  <c:v>46008</c:v>
                </c:pt>
                <c:pt idx="233" c:formatCode="yyyy\-mm\-dd">
                  <c:v>46009</c:v>
                </c:pt>
                <c:pt idx="234" c:formatCode="yyyy\-mm\-dd">
                  <c:v>46010</c:v>
                </c:pt>
                <c:pt idx="235" c:formatCode="yyyy\-mm\-dd">
                  <c:v>46013</c:v>
                </c:pt>
                <c:pt idx="236" c:formatCode="yyyy\-mm\-dd">
                  <c:v>46014</c:v>
                </c:pt>
                <c:pt idx="237" c:formatCode="yyyy\-mm\-dd">
                  <c:v>46015</c:v>
                </c:pt>
                <c:pt idx="238" c:formatCode="yyyy\-mm\-dd">
                  <c:v>46016</c:v>
                </c:pt>
                <c:pt idx="239" c:formatCode="yyyy\-mm\-dd">
                  <c:v>46017</c:v>
                </c:pt>
              </c:numCache>
            </c:numRef>
          </c:cat>
          <c:val>
            <c:numRef>
              <c:f>[518880.SH.xlsx]file!$F$2:$F$3022</c:f>
            </c:numRef>
          </c:val>
          <c:smooth val="0"/>
        </c:ser>
        <c:ser>
          <c:idx val="3"/>
          <c:order val="3"/>
          <c:tx>
            <c:strRef>
              <c:f>[518880.SH.xlsx]file!$G$1</c:f>
              <c:strCache>
                <c:ptCount val="1"/>
                <c:pt idx="0">
                  <c:v>收盘价(元)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[518880.SH.xlsx]file!$C$2:$C$3022</c:f>
              <c:numCache>
                <c:formatCode>yyyy\-mm\-dd</c:formatCode>
                <c:ptCount val="240"/>
                <c:pt idx="0" c:formatCode="yyyy\-mm\-dd">
                  <c:v>45659</c:v>
                </c:pt>
                <c:pt idx="1" c:formatCode="yyyy\-mm\-dd">
                  <c:v>45660</c:v>
                </c:pt>
                <c:pt idx="2" c:formatCode="yyyy\-mm\-dd">
                  <c:v>45663</c:v>
                </c:pt>
                <c:pt idx="3" c:formatCode="yyyy\-mm\-dd">
                  <c:v>45664</c:v>
                </c:pt>
                <c:pt idx="4" c:formatCode="yyyy\-mm\-dd">
                  <c:v>45665</c:v>
                </c:pt>
                <c:pt idx="5" c:formatCode="yyyy\-mm\-dd">
                  <c:v>45666</c:v>
                </c:pt>
                <c:pt idx="6" c:formatCode="yyyy\-mm\-dd">
                  <c:v>45667</c:v>
                </c:pt>
                <c:pt idx="7" c:formatCode="yyyy\-mm\-dd">
                  <c:v>45670</c:v>
                </c:pt>
                <c:pt idx="8" c:formatCode="yyyy\-mm\-dd">
                  <c:v>45671</c:v>
                </c:pt>
                <c:pt idx="9" c:formatCode="yyyy\-mm\-dd">
                  <c:v>45672</c:v>
                </c:pt>
                <c:pt idx="10" c:formatCode="yyyy\-mm\-dd">
                  <c:v>45673</c:v>
                </c:pt>
                <c:pt idx="11" c:formatCode="yyyy\-mm\-dd">
                  <c:v>45674</c:v>
                </c:pt>
                <c:pt idx="12" c:formatCode="yyyy\-mm\-dd">
                  <c:v>45677</c:v>
                </c:pt>
                <c:pt idx="13" c:formatCode="yyyy\-mm\-dd">
                  <c:v>45678</c:v>
                </c:pt>
                <c:pt idx="14" c:formatCode="yyyy\-mm\-dd">
                  <c:v>45679</c:v>
                </c:pt>
                <c:pt idx="15" c:formatCode="yyyy\-mm\-dd">
                  <c:v>45680</c:v>
                </c:pt>
                <c:pt idx="16" c:formatCode="yyyy\-mm\-dd">
                  <c:v>45681</c:v>
                </c:pt>
                <c:pt idx="17" c:formatCode="yyyy\-mm\-dd">
                  <c:v>45684</c:v>
                </c:pt>
                <c:pt idx="18" c:formatCode="yyyy\-mm\-dd">
                  <c:v>45693</c:v>
                </c:pt>
                <c:pt idx="19" c:formatCode="yyyy\-mm\-dd">
                  <c:v>45694</c:v>
                </c:pt>
                <c:pt idx="20" c:formatCode="yyyy\-mm\-dd">
                  <c:v>45695</c:v>
                </c:pt>
                <c:pt idx="21" c:formatCode="yyyy\-mm\-dd">
                  <c:v>45698</c:v>
                </c:pt>
                <c:pt idx="22" c:formatCode="yyyy\-mm\-dd">
                  <c:v>45699</c:v>
                </c:pt>
                <c:pt idx="23" c:formatCode="yyyy\-mm\-dd">
                  <c:v>45700</c:v>
                </c:pt>
                <c:pt idx="24" c:formatCode="yyyy\-mm\-dd">
                  <c:v>45701</c:v>
                </c:pt>
                <c:pt idx="25" c:formatCode="yyyy\-mm\-dd">
                  <c:v>45702</c:v>
                </c:pt>
                <c:pt idx="26" c:formatCode="yyyy\-mm\-dd">
                  <c:v>45705</c:v>
                </c:pt>
                <c:pt idx="27" c:formatCode="yyyy\-mm\-dd">
                  <c:v>45706</c:v>
                </c:pt>
                <c:pt idx="28" c:formatCode="yyyy\-mm\-dd">
                  <c:v>45707</c:v>
                </c:pt>
                <c:pt idx="29" c:formatCode="yyyy\-mm\-dd">
                  <c:v>45708</c:v>
                </c:pt>
                <c:pt idx="30" c:formatCode="yyyy\-mm\-dd">
                  <c:v>45709</c:v>
                </c:pt>
                <c:pt idx="31" c:formatCode="yyyy\-mm\-dd">
                  <c:v>45712</c:v>
                </c:pt>
                <c:pt idx="32" c:formatCode="yyyy\-mm\-dd">
                  <c:v>45713</c:v>
                </c:pt>
                <c:pt idx="33" c:formatCode="yyyy\-mm\-dd">
                  <c:v>45714</c:v>
                </c:pt>
                <c:pt idx="34" c:formatCode="yyyy\-mm\-dd">
                  <c:v>45715</c:v>
                </c:pt>
                <c:pt idx="35" c:formatCode="yyyy\-mm\-dd">
                  <c:v>45716</c:v>
                </c:pt>
                <c:pt idx="36" c:formatCode="yyyy\-mm\-dd">
                  <c:v>45719</c:v>
                </c:pt>
                <c:pt idx="37" c:formatCode="yyyy\-mm\-dd">
                  <c:v>45720</c:v>
                </c:pt>
                <c:pt idx="38" c:formatCode="yyyy\-mm\-dd">
                  <c:v>45721</c:v>
                </c:pt>
                <c:pt idx="39" c:formatCode="yyyy\-mm\-dd">
                  <c:v>45722</c:v>
                </c:pt>
                <c:pt idx="40" c:formatCode="yyyy\-mm\-dd">
                  <c:v>45723</c:v>
                </c:pt>
                <c:pt idx="41" c:formatCode="yyyy\-mm\-dd">
                  <c:v>45726</c:v>
                </c:pt>
                <c:pt idx="42" c:formatCode="yyyy\-mm\-dd">
                  <c:v>45727</c:v>
                </c:pt>
                <c:pt idx="43" c:formatCode="yyyy\-mm\-dd">
                  <c:v>45728</c:v>
                </c:pt>
                <c:pt idx="44" c:formatCode="yyyy\-mm\-dd">
                  <c:v>45729</c:v>
                </c:pt>
                <c:pt idx="45" c:formatCode="yyyy\-mm\-dd">
                  <c:v>45730</c:v>
                </c:pt>
                <c:pt idx="46" c:formatCode="yyyy\-mm\-dd">
                  <c:v>45733</c:v>
                </c:pt>
                <c:pt idx="47" c:formatCode="yyyy\-mm\-dd">
                  <c:v>45734</c:v>
                </c:pt>
                <c:pt idx="48" c:formatCode="yyyy\-mm\-dd">
                  <c:v>45735</c:v>
                </c:pt>
                <c:pt idx="49" c:formatCode="yyyy\-mm\-dd">
                  <c:v>45736</c:v>
                </c:pt>
                <c:pt idx="50" c:formatCode="yyyy\-mm\-dd">
                  <c:v>45737</c:v>
                </c:pt>
                <c:pt idx="51" c:formatCode="yyyy\-mm\-dd">
                  <c:v>45740</c:v>
                </c:pt>
                <c:pt idx="52" c:formatCode="yyyy\-mm\-dd">
                  <c:v>45741</c:v>
                </c:pt>
                <c:pt idx="53" c:formatCode="yyyy\-mm\-dd">
                  <c:v>45742</c:v>
                </c:pt>
                <c:pt idx="54" c:formatCode="yyyy\-mm\-dd">
                  <c:v>45743</c:v>
                </c:pt>
                <c:pt idx="55" c:formatCode="yyyy\-mm\-dd">
                  <c:v>45744</c:v>
                </c:pt>
                <c:pt idx="56" c:formatCode="yyyy\-mm\-dd">
                  <c:v>45747</c:v>
                </c:pt>
                <c:pt idx="57" c:formatCode="yyyy\-mm\-dd">
                  <c:v>45748</c:v>
                </c:pt>
                <c:pt idx="58" c:formatCode="yyyy\-mm\-dd">
                  <c:v>45749</c:v>
                </c:pt>
                <c:pt idx="59" c:formatCode="yyyy\-mm\-dd">
                  <c:v>45750</c:v>
                </c:pt>
                <c:pt idx="60" c:formatCode="yyyy\-mm\-dd">
                  <c:v>45754</c:v>
                </c:pt>
                <c:pt idx="61" c:formatCode="yyyy\-mm\-dd">
                  <c:v>45755</c:v>
                </c:pt>
                <c:pt idx="62" c:formatCode="yyyy\-mm\-dd">
                  <c:v>45756</c:v>
                </c:pt>
                <c:pt idx="63" c:formatCode="yyyy\-mm\-dd">
                  <c:v>45757</c:v>
                </c:pt>
                <c:pt idx="64" c:formatCode="yyyy\-mm\-dd">
                  <c:v>45758</c:v>
                </c:pt>
                <c:pt idx="65" c:formatCode="yyyy\-mm\-dd">
                  <c:v>45761</c:v>
                </c:pt>
                <c:pt idx="66" c:formatCode="yyyy\-mm\-dd">
                  <c:v>45762</c:v>
                </c:pt>
                <c:pt idx="67" c:formatCode="yyyy\-mm\-dd">
                  <c:v>45763</c:v>
                </c:pt>
                <c:pt idx="68" c:formatCode="yyyy\-mm\-dd">
                  <c:v>45764</c:v>
                </c:pt>
                <c:pt idx="69" c:formatCode="yyyy\-mm\-dd">
                  <c:v>45765</c:v>
                </c:pt>
                <c:pt idx="70" c:formatCode="yyyy\-mm\-dd">
                  <c:v>45768</c:v>
                </c:pt>
                <c:pt idx="71" c:formatCode="yyyy\-mm\-dd">
                  <c:v>45769</c:v>
                </c:pt>
                <c:pt idx="72" c:formatCode="yyyy\-mm\-dd">
                  <c:v>45770</c:v>
                </c:pt>
                <c:pt idx="73" c:formatCode="yyyy\-mm\-dd">
                  <c:v>45771</c:v>
                </c:pt>
                <c:pt idx="74" c:formatCode="yyyy\-mm\-dd">
                  <c:v>45772</c:v>
                </c:pt>
                <c:pt idx="75" c:formatCode="yyyy\-mm\-dd">
                  <c:v>45775</c:v>
                </c:pt>
                <c:pt idx="76" c:formatCode="yyyy\-mm\-dd">
                  <c:v>45776</c:v>
                </c:pt>
                <c:pt idx="77" c:formatCode="yyyy\-mm\-dd">
                  <c:v>45777</c:v>
                </c:pt>
                <c:pt idx="78" c:formatCode="yyyy\-mm\-dd">
                  <c:v>45783</c:v>
                </c:pt>
                <c:pt idx="79" c:formatCode="yyyy\-mm\-dd">
                  <c:v>45784</c:v>
                </c:pt>
                <c:pt idx="80" c:formatCode="yyyy\-mm\-dd">
                  <c:v>45785</c:v>
                </c:pt>
                <c:pt idx="81" c:formatCode="yyyy\-mm\-dd">
                  <c:v>45786</c:v>
                </c:pt>
                <c:pt idx="82" c:formatCode="yyyy\-mm\-dd">
                  <c:v>45789</c:v>
                </c:pt>
                <c:pt idx="83" c:formatCode="yyyy\-mm\-dd">
                  <c:v>45790</c:v>
                </c:pt>
                <c:pt idx="84" c:formatCode="yyyy\-mm\-dd">
                  <c:v>45791</c:v>
                </c:pt>
                <c:pt idx="85" c:formatCode="yyyy\-mm\-dd">
                  <c:v>45792</c:v>
                </c:pt>
                <c:pt idx="86" c:formatCode="yyyy\-mm\-dd">
                  <c:v>45793</c:v>
                </c:pt>
                <c:pt idx="87" c:formatCode="yyyy\-mm\-dd">
                  <c:v>45796</c:v>
                </c:pt>
                <c:pt idx="88" c:formatCode="yyyy\-mm\-dd">
                  <c:v>45797</c:v>
                </c:pt>
                <c:pt idx="89" c:formatCode="yyyy\-mm\-dd">
                  <c:v>45798</c:v>
                </c:pt>
                <c:pt idx="90" c:formatCode="yyyy\-mm\-dd">
                  <c:v>45799</c:v>
                </c:pt>
                <c:pt idx="91" c:formatCode="yyyy\-mm\-dd">
                  <c:v>45800</c:v>
                </c:pt>
                <c:pt idx="92" c:formatCode="yyyy\-mm\-dd">
                  <c:v>45803</c:v>
                </c:pt>
                <c:pt idx="93" c:formatCode="yyyy\-mm\-dd">
                  <c:v>45804</c:v>
                </c:pt>
                <c:pt idx="94" c:formatCode="yyyy\-mm\-dd">
                  <c:v>45805</c:v>
                </c:pt>
                <c:pt idx="95" c:formatCode="yyyy\-mm\-dd">
                  <c:v>45806</c:v>
                </c:pt>
                <c:pt idx="96" c:formatCode="yyyy\-mm\-dd">
                  <c:v>45807</c:v>
                </c:pt>
                <c:pt idx="97" c:formatCode="yyyy\-mm\-dd">
                  <c:v>45811</c:v>
                </c:pt>
                <c:pt idx="98" c:formatCode="yyyy\-mm\-dd">
                  <c:v>45812</c:v>
                </c:pt>
                <c:pt idx="99" c:formatCode="yyyy\-mm\-dd">
                  <c:v>45813</c:v>
                </c:pt>
                <c:pt idx="100" c:formatCode="yyyy\-mm\-dd">
                  <c:v>45814</c:v>
                </c:pt>
                <c:pt idx="101" c:formatCode="yyyy\-mm\-dd">
                  <c:v>45817</c:v>
                </c:pt>
                <c:pt idx="102" c:formatCode="yyyy\-mm\-dd">
                  <c:v>45818</c:v>
                </c:pt>
                <c:pt idx="103" c:formatCode="yyyy\-mm\-dd">
                  <c:v>45819</c:v>
                </c:pt>
                <c:pt idx="104" c:formatCode="yyyy\-mm\-dd">
                  <c:v>45820</c:v>
                </c:pt>
                <c:pt idx="105" c:formatCode="yyyy\-mm\-dd">
                  <c:v>45821</c:v>
                </c:pt>
                <c:pt idx="106" c:formatCode="yyyy\-mm\-dd">
                  <c:v>45824</c:v>
                </c:pt>
                <c:pt idx="107" c:formatCode="yyyy\-mm\-dd">
                  <c:v>45825</c:v>
                </c:pt>
                <c:pt idx="108" c:formatCode="yyyy\-mm\-dd">
                  <c:v>45826</c:v>
                </c:pt>
                <c:pt idx="109" c:formatCode="yyyy\-mm\-dd">
                  <c:v>45827</c:v>
                </c:pt>
                <c:pt idx="110" c:formatCode="yyyy\-mm\-dd">
                  <c:v>45828</c:v>
                </c:pt>
                <c:pt idx="111" c:formatCode="yyyy\-mm\-dd">
                  <c:v>45831</c:v>
                </c:pt>
                <c:pt idx="112" c:formatCode="yyyy\-mm\-dd">
                  <c:v>45832</c:v>
                </c:pt>
                <c:pt idx="113" c:formatCode="yyyy\-mm\-dd">
                  <c:v>45833</c:v>
                </c:pt>
                <c:pt idx="114" c:formatCode="yyyy\-mm\-dd">
                  <c:v>45834</c:v>
                </c:pt>
                <c:pt idx="115" c:formatCode="yyyy\-mm\-dd">
                  <c:v>45835</c:v>
                </c:pt>
                <c:pt idx="116" c:formatCode="yyyy\-mm\-dd">
                  <c:v>45838</c:v>
                </c:pt>
                <c:pt idx="117" c:formatCode="yyyy\-mm\-dd">
                  <c:v>45839</c:v>
                </c:pt>
                <c:pt idx="118" c:formatCode="yyyy\-mm\-dd">
                  <c:v>45840</c:v>
                </c:pt>
                <c:pt idx="119" c:formatCode="yyyy\-mm\-dd">
                  <c:v>45841</c:v>
                </c:pt>
                <c:pt idx="120" c:formatCode="yyyy\-mm\-dd">
                  <c:v>45842</c:v>
                </c:pt>
                <c:pt idx="121" c:formatCode="yyyy\-mm\-dd">
                  <c:v>45845</c:v>
                </c:pt>
                <c:pt idx="122" c:formatCode="yyyy\-mm\-dd">
                  <c:v>45846</c:v>
                </c:pt>
                <c:pt idx="123" c:formatCode="yyyy\-mm\-dd">
                  <c:v>45847</c:v>
                </c:pt>
                <c:pt idx="124" c:formatCode="yyyy\-mm\-dd">
                  <c:v>45848</c:v>
                </c:pt>
                <c:pt idx="125" c:formatCode="yyyy\-mm\-dd">
                  <c:v>45849</c:v>
                </c:pt>
                <c:pt idx="126" c:formatCode="yyyy\-mm\-dd">
                  <c:v>45852</c:v>
                </c:pt>
                <c:pt idx="127" c:formatCode="yyyy\-mm\-dd">
                  <c:v>45853</c:v>
                </c:pt>
                <c:pt idx="128" c:formatCode="yyyy\-mm\-dd">
                  <c:v>45854</c:v>
                </c:pt>
                <c:pt idx="129" c:formatCode="yyyy\-mm\-dd">
                  <c:v>45855</c:v>
                </c:pt>
                <c:pt idx="130" c:formatCode="yyyy\-mm\-dd">
                  <c:v>45856</c:v>
                </c:pt>
                <c:pt idx="131" c:formatCode="yyyy\-mm\-dd">
                  <c:v>45859</c:v>
                </c:pt>
                <c:pt idx="132" c:formatCode="yyyy\-mm\-dd">
                  <c:v>45860</c:v>
                </c:pt>
                <c:pt idx="133" c:formatCode="yyyy\-mm\-dd">
                  <c:v>45861</c:v>
                </c:pt>
                <c:pt idx="134" c:formatCode="yyyy\-mm\-dd">
                  <c:v>45862</c:v>
                </c:pt>
                <c:pt idx="135" c:formatCode="yyyy\-mm\-dd">
                  <c:v>45863</c:v>
                </c:pt>
                <c:pt idx="136" c:formatCode="yyyy\-mm\-dd">
                  <c:v>45866</c:v>
                </c:pt>
                <c:pt idx="137" c:formatCode="yyyy\-mm\-dd">
                  <c:v>45867</c:v>
                </c:pt>
                <c:pt idx="138" c:formatCode="yyyy\-mm\-dd">
                  <c:v>45868</c:v>
                </c:pt>
                <c:pt idx="139" c:formatCode="yyyy\-mm\-dd">
                  <c:v>45869</c:v>
                </c:pt>
                <c:pt idx="140" c:formatCode="yyyy\-mm\-dd">
                  <c:v>45870</c:v>
                </c:pt>
                <c:pt idx="141" c:formatCode="yyyy\-mm\-dd">
                  <c:v>45873</c:v>
                </c:pt>
                <c:pt idx="142" c:formatCode="yyyy\-mm\-dd">
                  <c:v>45874</c:v>
                </c:pt>
                <c:pt idx="143" c:formatCode="yyyy\-mm\-dd">
                  <c:v>45875</c:v>
                </c:pt>
                <c:pt idx="144" c:formatCode="yyyy\-mm\-dd">
                  <c:v>45876</c:v>
                </c:pt>
                <c:pt idx="145" c:formatCode="yyyy\-mm\-dd">
                  <c:v>45877</c:v>
                </c:pt>
                <c:pt idx="146" c:formatCode="yyyy\-mm\-dd">
                  <c:v>45880</c:v>
                </c:pt>
                <c:pt idx="147" c:formatCode="yyyy\-mm\-dd">
                  <c:v>45881</c:v>
                </c:pt>
                <c:pt idx="148" c:formatCode="yyyy\-mm\-dd">
                  <c:v>45882</c:v>
                </c:pt>
                <c:pt idx="149" c:formatCode="yyyy\-mm\-dd">
                  <c:v>45883</c:v>
                </c:pt>
                <c:pt idx="150" c:formatCode="yyyy\-mm\-dd">
                  <c:v>45884</c:v>
                </c:pt>
                <c:pt idx="151" c:formatCode="yyyy\-mm\-dd">
                  <c:v>45887</c:v>
                </c:pt>
                <c:pt idx="152" c:formatCode="yyyy\-mm\-dd">
                  <c:v>45888</c:v>
                </c:pt>
                <c:pt idx="153" c:formatCode="yyyy\-mm\-dd">
                  <c:v>45889</c:v>
                </c:pt>
                <c:pt idx="154" c:formatCode="yyyy\-mm\-dd">
                  <c:v>45890</c:v>
                </c:pt>
                <c:pt idx="155" c:formatCode="yyyy\-mm\-dd">
                  <c:v>45891</c:v>
                </c:pt>
                <c:pt idx="156" c:formatCode="yyyy\-mm\-dd">
                  <c:v>45894</c:v>
                </c:pt>
                <c:pt idx="157" c:formatCode="yyyy\-mm\-dd">
                  <c:v>45895</c:v>
                </c:pt>
                <c:pt idx="158" c:formatCode="yyyy\-mm\-dd">
                  <c:v>45896</c:v>
                </c:pt>
                <c:pt idx="159" c:formatCode="yyyy\-mm\-dd">
                  <c:v>45897</c:v>
                </c:pt>
                <c:pt idx="160" c:formatCode="yyyy\-mm\-dd">
                  <c:v>45898</c:v>
                </c:pt>
                <c:pt idx="161" c:formatCode="yyyy\-mm\-dd">
                  <c:v>45901</c:v>
                </c:pt>
                <c:pt idx="162" c:formatCode="yyyy\-mm\-dd">
                  <c:v>45902</c:v>
                </c:pt>
                <c:pt idx="163" c:formatCode="yyyy\-mm\-dd">
                  <c:v>45903</c:v>
                </c:pt>
                <c:pt idx="164" c:formatCode="yyyy\-mm\-dd">
                  <c:v>45904</c:v>
                </c:pt>
                <c:pt idx="165" c:formatCode="yyyy\-mm\-dd">
                  <c:v>45905</c:v>
                </c:pt>
                <c:pt idx="166" c:formatCode="yyyy\-mm\-dd">
                  <c:v>45908</c:v>
                </c:pt>
                <c:pt idx="167" c:formatCode="yyyy\-mm\-dd">
                  <c:v>45909</c:v>
                </c:pt>
                <c:pt idx="168" c:formatCode="yyyy\-mm\-dd">
                  <c:v>45910</c:v>
                </c:pt>
                <c:pt idx="169" c:formatCode="yyyy\-mm\-dd">
                  <c:v>45911</c:v>
                </c:pt>
                <c:pt idx="170" c:formatCode="yyyy\-mm\-dd">
                  <c:v>45912</c:v>
                </c:pt>
                <c:pt idx="171" c:formatCode="yyyy\-mm\-dd">
                  <c:v>45915</c:v>
                </c:pt>
                <c:pt idx="172" c:formatCode="yyyy\-mm\-dd">
                  <c:v>45916</c:v>
                </c:pt>
                <c:pt idx="173" c:formatCode="yyyy\-mm\-dd">
                  <c:v>45917</c:v>
                </c:pt>
                <c:pt idx="174" c:formatCode="yyyy\-mm\-dd">
                  <c:v>45918</c:v>
                </c:pt>
                <c:pt idx="175" c:formatCode="yyyy\-mm\-dd">
                  <c:v>45919</c:v>
                </c:pt>
                <c:pt idx="176" c:formatCode="yyyy\-mm\-dd">
                  <c:v>45922</c:v>
                </c:pt>
                <c:pt idx="177" c:formatCode="yyyy\-mm\-dd">
                  <c:v>45923</c:v>
                </c:pt>
                <c:pt idx="178" c:formatCode="yyyy\-mm\-dd">
                  <c:v>45924</c:v>
                </c:pt>
                <c:pt idx="179" c:formatCode="yyyy\-mm\-dd">
                  <c:v>45925</c:v>
                </c:pt>
                <c:pt idx="180" c:formatCode="yyyy\-mm\-dd">
                  <c:v>45926</c:v>
                </c:pt>
                <c:pt idx="181" c:formatCode="yyyy\-mm\-dd">
                  <c:v>45929</c:v>
                </c:pt>
                <c:pt idx="182" c:formatCode="yyyy\-mm\-dd">
                  <c:v>45930</c:v>
                </c:pt>
                <c:pt idx="183" c:formatCode="yyyy\-mm\-dd">
                  <c:v>45939</c:v>
                </c:pt>
                <c:pt idx="184" c:formatCode="yyyy\-mm\-dd">
                  <c:v>45940</c:v>
                </c:pt>
                <c:pt idx="185" c:formatCode="yyyy\-mm\-dd">
                  <c:v>45943</c:v>
                </c:pt>
                <c:pt idx="186" c:formatCode="yyyy\-mm\-dd">
                  <c:v>45944</c:v>
                </c:pt>
                <c:pt idx="187" c:formatCode="yyyy\-mm\-dd">
                  <c:v>45945</c:v>
                </c:pt>
                <c:pt idx="188" c:formatCode="yyyy\-mm\-dd">
                  <c:v>45946</c:v>
                </c:pt>
                <c:pt idx="189" c:formatCode="yyyy\-mm\-dd">
                  <c:v>45947</c:v>
                </c:pt>
                <c:pt idx="190" c:formatCode="yyyy\-mm\-dd">
                  <c:v>45950</c:v>
                </c:pt>
                <c:pt idx="191" c:formatCode="yyyy\-mm\-dd">
                  <c:v>45951</c:v>
                </c:pt>
                <c:pt idx="192" c:formatCode="yyyy\-mm\-dd">
                  <c:v>45952</c:v>
                </c:pt>
                <c:pt idx="193" c:formatCode="yyyy\-mm\-dd">
                  <c:v>45953</c:v>
                </c:pt>
                <c:pt idx="194" c:formatCode="yyyy\-mm\-dd">
                  <c:v>45954</c:v>
                </c:pt>
                <c:pt idx="195" c:formatCode="yyyy\-mm\-dd">
                  <c:v>45957</c:v>
                </c:pt>
                <c:pt idx="196" c:formatCode="yyyy\-mm\-dd">
                  <c:v>45958</c:v>
                </c:pt>
                <c:pt idx="197" c:formatCode="yyyy\-mm\-dd">
                  <c:v>45959</c:v>
                </c:pt>
                <c:pt idx="198" c:formatCode="yyyy\-mm\-dd">
                  <c:v>45960</c:v>
                </c:pt>
                <c:pt idx="199" c:formatCode="yyyy\-mm\-dd">
                  <c:v>45961</c:v>
                </c:pt>
                <c:pt idx="200" c:formatCode="yyyy\-mm\-dd">
                  <c:v>45964</c:v>
                </c:pt>
                <c:pt idx="201" c:formatCode="yyyy\-mm\-dd">
                  <c:v>45965</c:v>
                </c:pt>
                <c:pt idx="202" c:formatCode="yyyy\-mm\-dd">
                  <c:v>45966</c:v>
                </c:pt>
                <c:pt idx="203" c:formatCode="yyyy\-mm\-dd">
                  <c:v>45967</c:v>
                </c:pt>
                <c:pt idx="204" c:formatCode="yyyy\-mm\-dd">
                  <c:v>45968</c:v>
                </c:pt>
                <c:pt idx="205" c:formatCode="yyyy\-mm\-dd">
                  <c:v>45971</c:v>
                </c:pt>
                <c:pt idx="206" c:formatCode="yyyy\-mm\-dd">
                  <c:v>45972</c:v>
                </c:pt>
                <c:pt idx="207" c:formatCode="yyyy\-mm\-dd">
                  <c:v>45973</c:v>
                </c:pt>
                <c:pt idx="208" c:formatCode="yyyy\-mm\-dd">
                  <c:v>45974</c:v>
                </c:pt>
                <c:pt idx="209" c:formatCode="yyyy\-mm\-dd">
                  <c:v>45975</c:v>
                </c:pt>
                <c:pt idx="210" c:formatCode="yyyy\-mm\-dd">
                  <c:v>45978</c:v>
                </c:pt>
                <c:pt idx="211" c:formatCode="yyyy\-mm\-dd">
                  <c:v>45979</c:v>
                </c:pt>
                <c:pt idx="212" c:formatCode="yyyy\-mm\-dd">
                  <c:v>45980</c:v>
                </c:pt>
                <c:pt idx="213" c:formatCode="yyyy\-mm\-dd">
                  <c:v>45981</c:v>
                </c:pt>
                <c:pt idx="214" c:formatCode="yyyy\-mm\-dd">
                  <c:v>45982</c:v>
                </c:pt>
                <c:pt idx="215" c:formatCode="yyyy\-mm\-dd">
                  <c:v>45985</c:v>
                </c:pt>
                <c:pt idx="216" c:formatCode="yyyy\-mm\-dd">
                  <c:v>45986</c:v>
                </c:pt>
                <c:pt idx="217" c:formatCode="yyyy\-mm\-dd">
                  <c:v>45987</c:v>
                </c:pt>
                <c:pt idx="218" c:formatCode="yyyy\-mm\-dd">
                  <c:v>45988</c:v>
                </c:pt>
                <c:pt idx="219" c:formatCode="yyyy\-mm\-dd">
                  <c:v>45989</c:v>
                </c:pt>
                <c:pt idx="220" c:formatCode="yyyy\-mm\-dd">
                  <c:v>45992</c:v>
                </c:pt>
                <c:pt idx="221" c:formatCode="yyyy\-mm\-dd">
                  <c:v>45993</c:v>
                </c:pt>
                <c:pt idx="222" c:formatCode="yyyy\-mm\-dd">
                  <c:v>45994</c:v>
                </c:pt>
                <c:pt idx="223" c:formatCode="yyyy\-mm\-dd">
                  <c:v>45995</c:v>
                </c:pt>
                <c:pt idx="224" c:formatCode="yyyy\-mm\-dd">
                  <c:v>45996</c:v>
                </c:pt>
                <c:pt idx="225" c:formatCode="yyyy\-mm\-dd">
                  <c:v>45999</c:v>
                </c:pt>
                <c:pt idx="226" c:formatCode="yyyy\-mm\-dd">
                  <c:v>46000</c:v>
                </c:pt>
                <c:pt idx="227" c:formatCode="yyyy\-mm\-dd">
                  <c:v>46001</c:v>
                </c:pt>
                <c:pt idx="228" c:formatCode="yyyy\-mm\-dd">
                  <c:v>46002</c:v>
                </c:pt>
                <c:pt idx="229" c:formatCode="yyyy\-mm\-dd">
                  <c:v>46003</c:v>
                </c:pt>
                <c:pt idx="230" c:formatCode="yyyy\-mm\-dd">
                  <c:v>46006</c:v>
                </c:pt>
                <c:pt idx="231" c:formatCode="yyyy\-mm\-dd">
                  <c:v>46007</c:v>
                </c:pt>
                <c:pt idx="232" c:formatCode="yyyy\-mm\-dd">
                  <c:v>46008</c:v>
                </c:pt>
                <c:pt idx="233" c:formatCode="yyyy\-mm\-dd">
                  <c:v>46009</c:v>
                </c:pt>
                <c:pt idx="234" c:formatCode="yyyy\-mm\-dd">
                  <c:v>46010</c:v>
                </c:pt>
                <c:pt idx="235" c:formatCode="yyyy\-mm\-dd">
                  <c:v>46013</c:v>
                </c:pt>
                <c:pt idx="236" c:formatCode="yyyy\-mm\-dd">
                  <c:v>46014</c:v>
                </c:pt>
                <c:pt idx="237" c:formatCode="yyyy\-mm\-dd">
                  <c:v>46015</c:v>
                </c:pt>
                <c:pt idx="238" c:formatCode="yyyy\-mm\-dd">
                  <c:v>46016</c:v>
                </c:pt>
                <c:pt idx="239" c:formatCode="yyyy\-mm\-dd">
                  <c:v>46017</c:v>
                </c:pt>
              </c:numCache>
            </c:numRef>
          </c:cat>
          <c:val>
            <c:numRef>
              <c:f>[518880.SH.xlsx]file!$G$2:$G$3022</c:f>
              <c:numCache>
                <c:formatCode>General</c:formatCode>
                <c:ptCount val="240"/>
                <c:pt idx="0">
                  <c:v>5.977</c:v>
                </c:pt>
                <c:pt idx="1">
                  <c:v>6.029</c:v>
                </c:pt>
                <c:pt idx="2">
                  <c:v>5.99</c:v>
                </c:pt>
                <c:pt idx="3">
                  <c:v>6</c:v>
                </c:pt>
                <c:pt idx="4">
                  <c:v>6.03</c:v>
                </c:pt>
                <c:pt idx="5">
                  <c:v>6.065</c:v>
                </c:pt>
                <c:pt idx="6">
                  <c:v>6.105</c:v>
                </c:pt>
                <c:pt idx="7">
                  <c:v>6.12</c:v>
                </c:pt>
                <c:pt idx="8">
                  <c:v>6.068</c:v>
                </c:pt>
                <c:pt idx="9">
                  <c:v>6.102</c:v>
                </c:pt>
                <c:pt idx="10">
                  <c:v>6.122</c:v>
                </c:pt>
                <c:pt idx="11">
                  <c:v>6.139</c:v>
                </c:pt>
                <c:pt idx="12">
                  <c:v>6.127</c:v>
                </c:pt>
                <c:pt idx="13">
                  <c:v>6.127</c:v>
                </c:pt>
                <c:pt idx="14">
                  <c:v>6.181</c:v>
                </c:pt>
                <c:pt idx="15">
                  <c:v>6.187</c:v>
                </c:pt>
                <c:pt idx="16">
                  <c:v>6.218</c:v>
                </c:pt>
                <c:pt idx="17">
                  <c:v>6.202</c:v>
                </c:pt>
                <c:pt idx="18">
                  <c:v>6.439</c:v>
                </c:pt>
                <c:pt idx="19">
                  <c:v>6.402</c:v>
                </c:pt>
                <c:pt idx="20">
                  <c:v>6.42</c:v>
                </c:pt>
                <c:pt idx="21">
                  <c:v>6.518</c:v>
                </c:pt>
                <c:pt idx="22">
                  <c:v>6.584</c:v>
                </c:pt>
                <c:pt idx="23">
                  <c:v>6.538</c:v>
                </c:pt>
                <c:pt idx="24">
                  <c:v>6.57</c:v>
                </c:pt>
                <c:pt idx="25">
                  <c:v>6.605</c:v>
                </c:pt>
                <c:pt idx="26">
                  <c:v>6.494</c:v>
                </c:pt>
                <c:pt idx="27">
                  <c:v>6.555</c:v>
                </c:pt>
                <c:pt idx="28">
                  <c:v>6.598</c:v>
                </c:pt>
                <c:pt idx="29">
                  <c:v>6.619</c:v>
                </c:pt>
                <c:pt idx="30">
                  <c:v>6.568</c:v>
                </c:pt>
                <c:pt idx="31">
                  <c:v>6.581</c:v>
                </c:pt>
                <c:pt idx="32">
                  <c:v>6.582</c:v>
                </c:pt>
                <c:pt idx="33">
                  <c:v>6.519</c:v>
                </c:pt>
                <c:pt idx="34">
                  <c:v>6.492</c:v>
                </c:pt>
                <c:pt idx="35">
                  <c:v>6.444</c:v>
                </c:pt>
                <c:pt idx="36">
                  <c:v>6.451</c:v>
                </c:pt>
                <c:pt idx="37">
                  <c:v>6.499</c:v>
                </c:pt>
                <c:pt idx="38">
                  <c:v>6.547</c:v>
                </c:pt>
                <c:pt idx="39">
                  <c:v>6.535</c:v>
                </c:pt>
                <c:pt idx="40">
                  <c:v>6.526</c:v>
                </c:pt>
                <c:pt idx="41">
                  <c:v>6.544</c:v>
                </c:pt>
                <c:pt idx="42">
                  <c:v>6.505</c:v>
                </c:pt>
                <c:pt idx="43">
                  <c:v>6.526</c:v>
                </c:pt>
                <c:pt idx="44">
                  <c:v>6.575</c:v>
                </c:pt>
                <c:pt idx="45">
                  <c:v>6.673</c:v>
                </c:pt>
                <c:pt idx="46">
                  <c:v>6.677</c:v>
                </c:pt>
                <c:pt idx="47">
                  <c:v>6.727</c:v>
                </c:pt>
                <c:pt idx="48">
                  <c:v>6.8</c:v>
                </c:pt>
                <c:pt idx="49">
                  <c:v>6.807</c:v>
                </c:pt>
                <c:pt idx="50">
                  <c:v>6.774</c:v>
                </c:pt>
                <c:pt idx="51">
                  <c:v>6.78</c:v>
                </c:pt>
                <c:pt idx="52">
                  <c:v>6.774</c:v>
                </c:pt>
                <c:pt idx="53">
                  <c:v>6.795</c:v>
                </c:pt>
                <c:pt idx="54">
                  <c:v>6.812</c:v>
                </c:pt>
                <c:pt idx="55">
                  <c:v>6.938</c:v>
                </c:pt>
                <c:pt idx="56">
                  <c:v>7.012</c:v>
                </c:pt>
                <c:pt idx="57">
                  <c:v>7.056</c:v>
                </c:pt>
                <c:pt idx="58">
                  <c:v>7.029</c:v>
                </c:pt>
                <c:pt idx="59">
                  <c:v>7.094</c:v>
                </c:pt>
                <c:pt idx="60">
                  <c:v>6.877</c:v>
                </c:pt>
                <c:pt idx="61">
                  <c:v>6.925</c:v>
                </c:pt>
                <c:pt idx="62">
                  <c:v>7.012</c:v>
                </c:pt>
                <c:pt idx="63">
                  <c:v>7.164</c:v>
                </c:pt>
                <c:pt idx="64">
                  <c:v>7.273</c:v>
                </c:pt>
                <c:pt idx="65">
                  <c:v>7.327</c:v>
                </c:pt>
                <c:pt idx="66">
                  <c:v>7.325</c:v>
                </c:pt>
                <c:pt idx="67">
                  <c:v>7.503</c:v>
                </c:pt>
                <c:pt idx="68">
                  <c:v>7.565</c:v>
                </c:pt>
                <c:pt idx="69">
                  <c:v>7.583</c:v>
                </c:pt>
                <c:pt idx="70">
                  <c:v>7.724</c:v>
                </c:pt>
                <c:pt idx="71">
                  <c:v>7.982</c:v>
                </c:pt>
                <c:pt idx="72">
                  <c:v>7.5</c:v>
                </c:pt>
                <c:pt idx="73">
                  <c:v>7.582</c:v>
                </c:pt>
                <c:pt idx="74">
                  <c:v>7.53</c:v>
                </c:pt>
                <c:pt idx="75">
                  <c:v>7.465</c:v>
                </c:pt>
                <c:pt idx="76">
                  <c:v>7.517</c:v>
                </c:pt>
                <c:pt idx="77">
                  <c:v>7.471</c:v>
                </c:pt>
                <c:pt idx="78">
                  <c:v>7.612</c:v>
                </c:pt>
                <c:pt idx="79">
                  <c:v>7.671</c:v>
                </c:pt>
                <c:pt idx="80">
                  <c:v>7.557</c:v>
                </c:pt>
                <c:pt idx="81">
                  <c:v>7.531</c:v>
                </c:pt>
                <c:pt idx="82">
                  <c:v>7.376</c:v>
                </c:pt>
                <c:pt idx="83">
                  <c:v>7.332</c:v>
                </c:pt>
                <c:pt idx="84">
                  <c:v>7.277</c:v>
                </c:pt>
                <c:pt idx="85">
                  <c:v>7.062</c:v>
                </c:pt>
                <c:pt idx="86">
                  <c:v>7.177</c:v>
                </c:pt>
                <c:pt idx="87">
                  <c:v>7.222</c:v>
                </c:pt>
                <c:pt idx="88">
                  <c:v>7.209</c:v>
                </c:pt>
                <c:pt idx="89">
                  <c:v>7.439</c:v>
                </c:pt>
                <c:pt idx="90">
                  <c:v>7.45</c:v>
                </c:pt>
                <c:pt idx="91">
                  <c:v>7.454</c:v>
                </c:pt>
                <c:pt idx="92">
                  <c:v>7.425</c:v>
                </c:pt>
                <c:pt idx="93">
                  <c:v>7.366</c:v>
                </c:pt>
                <c:pt idx="94">
                  <c:v>7.375</c:v>
                </c:pt>
                <c:pt idx="95">
                  <c:v>7.3</c:v>
                </c:pt>
                <c:pt idx="96">
                  <c:v>7.369</c:v>
                </c:pt>
                <c:pt idx="97">
                  <c:v>7.478</c:v>
                </c:pt>
                <c:pt idx="98">
                  <c:v>7.474</c:v>
                </c:pt>
                <c:pt idx="99">
                  <c:v>7.483</c:v>
                </c:pt>
                <c:pt idx="100">
                  <c:v>7.481</c:v>
                </c:pt>
                <c:pt idx="101">
                  <c:v>7.4</c:v>
                </c:pt>
                <c:pt idx="102">
                  <c:v>7.405</c:v>
                </c:pt>
                <c:pt idx="103">
                  <c:v>7.428</c:v>
                </c:pt>
                <c:pt idx="104">
                  <c:v>7.497</c:v>
                </c:pt>
                <c:pt idx="105">
                  <c:v>7.588</c:v>
                </c:pt>
                <c:pt idx="106">
                  <c:v>7.563</c:v>
                </c:pt>
                <c:pt idx="107">
                  <c:v>7.499</c:v>
                </c:pt>
                <c:pt idx="108">
                  <c:v>7.503</c:v>
                </c:pt>
                <c:pt idx="109">
                  <c:v>7.465</c:v>
                </c:pt>
                <c:pt idx="110">
                  <c:v>7.436</c:v>
                </c:pt>
                <c:pt idx="111">
                  <c:v>7.464</c:v>
                </c:pt>
                <c:pt idx="112">
                  <c:v>7.372</c:v>
                </c:pt>
                <c:pt idx="113">
                  <c:v>7.392</c:v>
                </c:pt>
                <c:pt idx="114">
                  <c:v>7.405</c:v>
                </c:pt>
                <c:pt idx="115">
                  <c:v>7.326</c:v>
                </c:pt>
                <c:pt idx="116">
                  <c:v>7.314</c:v>
                </c:pt>
                <c:pt idx="117">
                  <c:v>7.397</c:v>
                </c:pt>
                <c:pt idx="118">
                  <c:v>7.394</c:v>
                </c:pt>
                <c:pt idx="119">
                  <c:v>7.445</c:v>
                </c:pt>
                <c:pt idx="120">
                  <c:v>7.407</c:v>
                </c:pt>
                <c:pt idx="121">
                  <c:v>7.355</c:v>
                </c:pt>
                <c:pt idx="122">
                  <c:v>7.398</c:v>
                </c:pt>
                <c:pt idx="123">
                  <c:v>7.314</c:v>
                </c:pt>
                <c:pt idx="124">
                  <c:v>7.371</c:v>
                </c:pt>
                <c:pt idx="125">
                  <c:v>7.376</c:v>
                </c:pt>
                <c:pt idx="126">
                  <c:v>7.44</c:v>
                </c:pt>
                <c:pt idx="127">
                  <c:v>7.436</c:v>
                </c:pt>
                <c:pt idx="128">
                  <c:v>7.402</c:v>
                </c:pt>
                <c:pt idx="129">
                  <c:v>7.397</c:v>
                </c:pt>
                <c:pt idx="130">
                  <c:v>7.403</c:v>
                </c:pt>
                <c:pt idx="131">
                  <c:v>7.446</c:v>
                </c:pt>
                <c:pt idx="132">
                  <c:v>7.474</c:v>
                </c:pt>
                <c:pt idx="133">
                  <c:v>7.548</c:v>
                </c:pt>
                <c:pt idx="134">
                  <c:v>7.424</c:v>
                </c:pt>
                <c:pt idx="135">
                  <c:v>7.409</c:v>
                </c:pt>
                <c:pt idx="136">
                  <c:v>7.388</c:v>
                </c:pt>
                <c:pt idx="137">
                  <c:v>7.363</c:v>
                </c:pt>
                <c:pt idx="138">
                  <c:v>7.377</c:v>
                </c:pt>
                <c:pt idx="139">
                  <c:v>7.35</c:v>
                </c:pt>
                <c:pt idx="140">
                  <c:v>7.352</c:v>
                </c:pt>
                <c:pt idx="141">
                  <c:v>7.446</c:v>
                </c:pt>
                <c:pt idx="142">
                  <c:v>7.455</c:v>
                </c:pt>
                <c:pt idx="143">
                  <c:v>7.468</c:v>
                </c:pt>
                <c:pt idx="144">
                  <c:v>7.484</c:v>
                </c:pt>
                <c:pt idx="145">
                  <c:v>7.508</c:v>
                </c:pt>
                <c:pt idx="146">
                  <c:v>7.429</c:v>
                </c:pt>
                <c:pt idx="147">
                  <c:v>7.399</c:v>
                </c:pt>
                <c:pt idx="148">
                  <c:v>7.415</c:v>
                </c:pt>
                <c:pt idx="149">
                  <c:v>7.424</c:v>
                </c:pt>
                <c:pt idx="150">
                  <c:v>7.401</c:v>
                </c:pt>
                <c:pt idx="151">
                  <c:v>7.413</c:v>
                </c:pt>
                <c:pt idx="152">
                  <c:v>7.391</c:v>
                </c:pt>
                <c:pt idx="153">
                  <c:v>7.374</c:v>
                </c:pt>
                <c:pt idx="154">
                  <c:v>7.394</c:v>
                </c:pt>
                <c:pt idx="155">
                  <c:v>7.378</c:v>
                </c:pt>
                <c:pt idx="156">
                  <c:v>7.427</c:v>
                </c:pt>
                <c:pt idx="157">
                  <c:v>7.449</c:v>
                </c:pt>
                <c:pt idx="158">
                  <c:v>7.45</c:v>
                </c:pt>
                <c:pt idx="159">
                  <c:v>7.468</c:v>
                </c:pt>
                <c:pt idx="160">
                  <c:v>7.486</c:v>
                </c:pt>
                <c:pt idx="161">
                  <c:v>7.647</c:v>
                </c:pt>
                <c:pt idx="162">
                  <c:v>7.67</c:v>
                </c:pt>
                <c:pt idx="163">
                  <c:v>7.768</c:v>
                </c:pt>
                <c:pt idx="164">
                  <c:v>7.75</c:v>
                </c:pt>
                <c:pt idx="165">
                  <c:v>7.775</c:v>
                </c:pt>
                <c:pt idx="166">
                  <c:v>7.847</c:v>
                </c:pt>
                <c:pt idx="167">
                  <c:v>7.966</c:v>
                </c:pt>
                <c:pt idx="168">
                  <c:v>7.947</c:v>
                </c:pt>
                <c:pt idx="169">
                  <c:v>7.923</c:v>
                </c:pt>
                <c:pt idx="170">
                  <c:v>7.954</c:v>
                </c:pt>
                <c:pt idx="171">
                  <c:v>7.931</c:v>
                </c:pt>
                <c:pt idx="172">
                  <c:v>8.032</c:v>
                </c:pt>
                <c:pt idx="173">
                  <c:v>7.964</c:v>
                </c:pt>
                <c:pt idx="174">
                  <c:v>7.862</c:v>
                </c:pt>
                <c:pt idx="175">
                  <c:v>7.898</c:v>
                </c:pt>
                <c:pt idx="176">
                  <c:v>8.048</c:v>
                </c:pt>
                <c:pt idx="177">
                  <c:v>8.143</c:v>
                </c:pt>
                <c:pt idx="178">
                  <c:v>8.19</c:v>
                </c:pt>
                <c:pt idx="179">
                  <c:v>8.146</c:v>
                </c:pt>
                <c:pt idx="180">
                  <c:v>8.16</c:v>
                </c:pt>
                <c:pt idx="181">
                  <c:v>8.259</c:v>
                </c:pt>
                <c:pt idx="182">
                  <c:v>8.339</c:v>
                </c:pt>
                <c:pt idx="183">
                  <c:v>8.729</c:v>
                </c:pt>
                <c:pt idx="184">
                  <c:v>8.602</c:v>
                </c:pt>
                <c:pt idx="185">
                  <c:v>8.859</c:v>
                </c:pt>
                <c:pt idx="186">
                  <c:v>8.976</c:v>
                </c:pt>
                <c:pt idx="187">
                  <c:v>9.187</c:v>
                </c:pt>
                <c:pt idx="188">
                  <c:v>9.244</c:v>
                </c:pt>
                <c:pt idx="189">
                  <c:v>9.568</c:v>
                </c:pt>
                <c:pt idx="190">
                  <c:v>9.268</c:v>
                </c:pt>
                <c:pt idx="191">
                  <c:v>9.49</c:v>
                </c:pt>
                <c:pt idx="192">
                  <c:v>9.101</c:v>
                </c:pt>
                <c:pt idx="193">
                  <c:v>8.994</c:v>
                </c:pt>
                <c:pt idx="194">
                  <c:v>8.95</c:v>
                </c:pt>
                <c:pt idx="195">
                  <c:v>8.914</c:v>
                </c:pt>
                <c:pt idx="196">
                  <c:v>8.597</c:v>
                </c:pt>
                <c:pt idx="197">
                  <c:v>8.692</c:v>
                </c:pt>
                <c:pt idx="198">
                  <c:v>8.704</c:v>
                </c:pt>
                <c:pt idx="199">
                  <c:v>8.794</c:v>
                </c:pt>
                <c:pt idx="200">
                  <c:v>8.797</c:v>
                </c:pt>
                <c:pt idx="201">
                  <c:v>8.737</c:v>
                </c:pt>
                <c:pt idx="202">
                  <c:v>8.706</c:v>
                </c:pt>
                <c:pt idx="203">
                  <c:v>8.755</c:v>
                </c:pt>
                <c:pt idx="204">
                  <c:v>8.793</c:v>
                </c:pt>
                <c:pt idx="205">
                  <c:v>8.936</c:v>
                </c:pt>
                <c:pt idx="206">
                  <c:v>9.062</c:v>
                </c:pt>
                <c:pt idx="207">
                  <c:v>9.029</c:v>
                </c:pt>
                <c:pt idx="208">
                  <c:v>9.175</c:v>
                </c:pt>
                <c:pt idx="209">
                  <c:v>9.096</c:v>
                </c:pt>
                <c:pt idx="210">
                  <c:v>8.882</c:v>
                </c:pt>
                <c:pt idx="211">
                  <c:v>8.777</c:v>
                </c:pt>
                <c:pt idx="212">
                  <c:v>8.954</c:v>
                </c:pt>
                <c:pt idx="213">
                  <c:v>8.903</c:v>
                </c:pt>
                <c:pt idx="214">
                  <c:v>8.828</c:v>
                </c:pt>
                <c:pt idx="215">
                  <c:v>8.857</c:v>
                </c:pt>
                <c:pt idx="216">
                  <c:v>9.01</c:v>
                </c:pt>
                <c:pt idx="217">
                  <c:v>9.011</c:v>
                </c:pt>
                <c:pt idx="218">
                  <c:v>9.01</c:v>
                </c:pt>
                <c:pt idx="219">
                  <c:v>9.067</c:v>
                </c:pt>
                <c:pt idx="220">
                  <c:v>9.161</c:v>
                </c:pt>
                <c:pt idx="221">
                  <c:v>9.112</c:v>
                </c:pt>
                <c:pt idx="222">
                  <c:v>9.096</c:v>
                </c:pt>
                <c:pt idx="223">
                  <c:v>9.064</c:v>
                </c:pt>
                <c:pt idx="224">
                  <c:v>9.136</c:v>
                </c:pt>
                <c:pt idx="225">
                  <c:v>9.11</c:v>
                </c:pt>
                <c:pt idx="226">
                  <c:v>9.046</c:v>
                </c:pt>
                <c:pt idx="227">
                  <c:v>9.095</c:v>
                </c:pt>
                <c:pt idx="228">
                  <c:v>9.11</c:v>
                </c:pt>
                <c:pt idx="229">
                  <c:v>9.227</c:v>
                </c:pt>
                <c:pt idx="230">
                  <c:v>9.351</c:v>
                </c:pt>
                <c:pt idx="231">
                  <c:v>9.24</c:v>
                </c:pt>
                <c:pt idx="232">
                  <c:v>9.31</c:v>
                </c:pt>
                <c:pt idx="233">
                  <c:v>9.318</c:v>
                </c:pt>
                <c:pt idx="234">
                  <c:v>9.313</c:v>
                </c:pt>
                <c:pt idx="235">
                  <c:v>9.511</c:v>
                </c:pt>
                <c:pt idx="236">
                  <c:v>9.639</c:v>
                </c:pt>
                <c:pt idx="237">
                  <c:v>9.642</c:v>
                </c:pt>
                <c:pt idx="238">
                  <c:v>9.566</c:v>
                </c:pt>
                <c:pt idx="239">
                  <c:v>9.659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65908115"/>
        <c:axId val="503184546"/>
      </c:lineChart>
      <c:dateAx>
        <c:axId val="65908115"/>
        <c:scaling>
          <c:orientation val="minMax"/>
        </c:scaling>
        <c:delete val="0"/>
        <c:axPos val="b"/>
        <c:numFmt formatCode="m&quot;月&quot;d&quot;日&quot;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03184546"/>
        <c:crosses val="autoZero"/>
        <c:auto val="1"/>
        <c:lblOffset val="100"/>
        <c:baseTimeUnit val="days"/>
      </c:dateAx>
      <c:valAx>
        <c:axId val="503184546"/>
        <c:scaling>
          <c:orientation val="minMax"/>
          <c:min val="5.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59081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黄金第一波上涨行情单边操作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'[1.2-22.14黄金净敞口.xlsx]Sheet3'!$C$1</c:f>
              <c:strCache>
                <c:ptCount val="1"/>
                <c:pt idx="0">
                  <c:v>持仓（千盎司）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'[1.2-22.14黄金净敞口.xlsx]Sheet3'!$A$2:$A$112</c:f>
              <c:numCache>
                <c:ptCount val="0"/>
              </c:numCache>
            </c:numRef>
          </c:cat>
          <c:val>
            <c:numRef>
              <c:f>'[1.2-22.14黄金净敞口.xlsx]Sheet3'!$C$2:$C$112</c:f>
              <c:numCache>
                <c:formatCode>0_ </c:formatCode>
                <c:ptCount val="111"/>
                <c:pt idx="0">
                  <c:v>10.5952329430095</c:v>
                </c:pt>
                <c:pt idx="1">
                  <c:v>10.5952329430095</c:v>
                </c:pt>
                <c:pt idx="2">
                  <c:v>10.6706690772094</c:v>
                </c:pt>
                <c:pt idx="3">
                  <c:v>10.6706690772094</c:v>
                </c:pt>
                <c:pt idx="4">
                  <c:v>10.6706690772094</c:v>
                </c:pt>
                <c:pt idx="5">
                  <c:v>22.1721968364887</c:v>
                </c:pt>
                <c:pt idx="6">
                  <c:v>19.1796645627099</c:v>
                </c:pt>
                <c:pt idx="7">
                  <c:v>22.2363642171203</c:v>
                </c:pt>
                <c:pt idx="8">
                  <c:v>26.4517095738006</c:v>
                </c:pt>
                <c:pt idx="9">
                  <c:v>31.5583761346294</c:v>
                </c:pt>
                <c:pt idx="10">
                  <c:v>31.5583761346294</c:v>
                </c:pt>
                <c:pt idx="11">
                  <c:v>31.5583761346294</c:v>
                </c:pt>
                <c:pt idx="12">
                  <c:v>31.7847491525742</c:v>
                </c:pt>
                <c:pt idx="13">
                  <c:v>32.0776278309596</c:v>
                </c:pt>
                <c:pt idx="14">
                  <c:v>26.8101014979677</c:v>
                </c:pt>
                <c:pt idx="15">
                  <c:v>14.8263746225235</c:v>
                </c:pt>
                <c:pt idx="16">
                  <c:v>4.37734075466671</c:v>
                </c:pt>
                <c:pt idx="17">
                  <c:v>4.37734075466671</c:v>
                </c:pt>
                <c:pt idx="18">
                  <c:v>4.37734075466671</c:v>
                </c:pt>
                <c:pt idx="19">
                  <c:v>6.78518959068306</c:v>
                </c:pt>
                <c:pt idx="20">
                  <c:v>17.0530558546936</c:v>
                </c:pt>
                <c:pt idx="21">
                  <c:v>16.1442145618896</c:v>
                </c:pt>
                <c:pt idx="22">
                  <c:v>12.8454747299071</c:v>
                </c:pt>
                <c:pt idx="23">
                  <c:v>21.1081227436823</c:v>
                </c:pt>
                <c:pt idx="24">
                  <c:v>17.5092057761733</c:v>
                </c:pt>
                <c:pt idx="25">
                  <c:v>19.0036823104693</c:v>
                </c:pt>
                <c:pt idx="26">
                  <c:v>19.2134698175567</c:v>
                </c:pt>
                <c:pt idx="27">
                  <c:v>19.0517932468454</c:v>
                </c:pt>
                <c:pt idx="28">
                  <c:v>19.0821118568557</c:v>
                </c:pt>
                <c:pt idx="29">
                  <c:v>18.8440521001695</c:v>
                </c:pt>
                <c:pt idx="30">
                  <c:v>18.8126355816206</c:v>
                </c:pt>
                <c:pt idx="31">
                  <c:v>18.8126355816206</c:v>
                </c:pt>
                <c:pt idx="32">
                  <c:v>18.8126355816206</c:v>
                </c:pt>
                <c:pt idx="33">
                  <c:v>18.7056745779335</c:v>
                </c:pt>
                <c:pt idx="34">
                  <c:v>18.5261490814387</c:v>
                </c:pt>
                <c:pt idx="35">
                  <c:v>29.3135070920563</c:v>
                </c:pt>
                <c:pt idx="36">
                  <c:v>5.16329867883368</c:v>
                </c:pt>
                <c:pt idx="37">
                  <c:v>18.014394425438</c:v>
                </c:pt>
                <c:pt idx="38">
                  <c:v>4.55856104694359</c:v>
                </c:pt>
                <c:pt idx="39">
                  <c:v>4.55856104694359</c:v>
                </c:pt>
                <c:pt idx="40">
                  <c:v>33.020481161115</c:v>
                </c:pt>
                <c:pt idx="41">
                  <c:v>23.0206783721002</c:v>
                </c:pt>
                <c:pt idx="42">
                  <c:v>12.5121256209162</c:v>
                </c:pt>
                <c:pt idx="43">
                  <c:v>39.9693574806862</c:v>
                </c:pt>
                <c:pt idx="44">
                  <c:v>43.3577713511326</c:v>
                </c:pt>
                <c:pt idx="45">
                  <c:v>48.1400311452459</c:v>
                </c:pt>
                <c:pt idx="46">
                  <c:v>48.191166977501</c:v>
                </c:pt>
                <c:pt idx="47">
                  <c:v>52.1997984386328</c:v>
                </c:pt>
                <c:pt idx="48">
                  <c:v>56.6882876621925</c:v>
                </c:pt>
                <c:pt idx="49">
                  <c:v>40.34144407484</c:v>
                </c:pt>
                <c:pt idx="50">
                  <c:v>36.5362661598917</c:v>
                </c:pt>
                <c:pt idx="51">
                  <c:v>20.9615352010661</c:v>
                </c:pt>
                <c:pt idx="52">
                  <c:v>8.91916152927353</c:v>
                </c:pt>
                <c:pt idx="53">
                  <c:v>8.9112884418003</c:v>
                </c:pt>
                <c:pt idx="54">
                  <c:v>14.6402685829422</c:v>
                </c:pt>
                <c:pt idx="55">
                  <c:v>20.9555311436545</c:v>
                </c:pt>
                <c:pt idx="56">
                  <c:v>16.1823099506625</c:v>
                </c:pt>
                <c:pt idx="57">
                  <c:v>9.40874914043711</c:v>
                </c:pt>
                <c:pt idx="58">
                  <c:v>0.844634053745366</c:v>
                </c:pt>
                <c:pt idx="59">
                  <c:v>0.4297785547272</c:v>
                </c:pt>
                <c:pt idx="60">
                  <c:v>0.476002908325243</c:v>
                </c:pt>
                <c:pt idx="61">
                  <c:v>-3.70334390070114</c:v>
                </c:pt>
                <c:pt idx="62">
                  <c:v>5.00393290003086</c:v>
                </c:pt>
                <c:pt idx="63">
                  <c:v>15.2449037242458</c:v>
                </c:pt>
                <c:pt idx="64">
                  <c:v>16.6539039162814</c:v>
                </c:pt>
                <c:pt idx="65">
                  <c:v>8.20506965360051</c:v>
                </c:pt>
                <c:pt idx="66">
                  <c:v>5.36245389152506</c:v>
                </c:pt>
                <c:pt idx="67">
                  <c:v>5.42974776911178</c:v>
                </c:pt>
                <c:pt idx="68">
                  <c:v>0.400608982270356</c:v>
                </c:pt>
                <c:pt idx="69">
                  <c:v>3.25079326047489</c:v>
                </c:pt>
                <c:pt idx="70">
                  <c:v>3.92225486377292</c:v>
                </c:pt>
                <c:pt idx="71">
                  <c:v>5.44849092074113</c:v>
                </c:pt>
                <c:pt idx="72">
                  <c:v>-2.59154260649512</c:v>
                </c:pt>
                <c:pt idx="73">
                  <c:v>-2.65663461237857</c:v>
                </c:pt>
                <c:pt idx="74">
                  <c:v>-2.6175573601232</c:v>
                </c:pt>
                <c:pt idx="75">
                  <c:v>-3.39724624211628</c:v>
                </c:pt>
                <c:pt idx="76">
                  <c:v>-6.58636143201795</c:v>
                </c:pt>
                <c:pt idx="77">
                  <c:v>-12.9625838713361</c:v>
                </c:pt>
                <c:pt idx="78">
                  <c:v>-16.3278423032589</c:v>
                </c:pt>
                <c:pt idx="79">
                  <c:v>-13.4784082955468</c:v>
                </c:pt>
                <c:pt idx="80">
                  <c:v>-17.2303200012506</c:v>
                </c:pt>
                <c:pt idx="81">
                  <c:v>-17.8663986180535</c:v>
                </c:pt>
                <c:pt idx="82">
                  <c:v>-19.1794370197068</c:v>
                </c:pt>
                <c:pt idx="83">
                  <c:v>-13.1128594412684</c:v>
                </c:pt>
                <c:pt idx="84">
                  <c:v>-7.66895254006981</c:v>
                </c:pt>
                <c:pt idx="85">
                  <c:v>-4.13591267386446</c:v>
                </c:pt>
                <c:pt idx="86">
                  <c:v>-4.61008370618319</c:v>
                </c:pt>
                <c:pt idx="87">
                  <c:v>-1.1422206956707</c:v>
                </c:pt>
                <c:pt idx="88">
                  <c:v>-1.25552788787159</c:v>
                </c:pt>
                <c:pt idx="89">
                  <c:v>-4.91756167500804</c:v>
                </c:pt>
                <c:pt idx="90">
                  <c:v>-4.31541471037515</c:v>
                </c:pt>
                <c:pt idx="91">
                  <c:v>-1.14082510926236</c:v>
                </c:pt>
                <c:pt idx="92">
                  <c:v>4.99090158259819</c:v>
                </c:pt>
                <c:pt idx="93">
                  <c:v>0.547813864738871</c:v>
                </c:pt>
                <c:pt idx="94">
                  <c:v>15.4681748289839</c:v>
                </c:pt>
                <c:pt idx="95">
                  <c:v>14.4609888551662</c:v>
                </c:pt>
                <c:pt idx="96">
                  <c:v>13.7220115277352</c:v>
                </c:pt>
                <c:pt idx="97">
                  <c:v>31.445465552831</c:v>
                </c:pt>
                <c:pt idx="98">
                  <c:v>26.4420664991155</c:v>
                </c:pt>
                <c:pt idx="99">
                  <c:v>29.2390479595713</c:v>
                </c:pt>
                <c:pt idx="100">
                  <c:v>35.5296511931129</c:v>
                </c:pt>
                <c:pt idx="101">
                  <c:v>32.9852383780063</c:v>
                </c:pt>
                <c:pt idx="102">
                  <c:v>33.0177310175194</c:v>
                </c:pt>
                <c:pt idx="103">
                  <c:v>32.8047477999402</c:v>
                </c:pt>
                <c:pt idx="104">
                  <c:v>35.5021133850668</c:v>
                </c:pt>
                <c:pt idx="105">
                  <c:v>29.151400042128</c:v>
                </c:pt>
                <c:pt idx="106">
                  <c:v>19.6840458648656</c:v>
                </c:pt>
                <c:pt idx="107">
                  <c:v>9.46213475189658</c:v>
                </c:pt>
                <c:pt idx="108">
                  <c:v>8.14953824929465</c:v>
                </c:pt>
                <c:pt idx="109">
                  <c:v>8.20417893921118</c:v>
                </c:pt>
                <c:pt idx="110">
                  <c:v>9.28754632355474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119344097"/>
        <c:axId val="532611680"/>
      </c:barChart>
      <c:lineChart>
        <c:grouping val="standard"/>
        <c:varyColors val="0"/>
        <c:ser>
          <c:idx val="0"/>
          <c:order val="0"/>
          <c:tx>
            <c:strRef>
              <c:f>'[1.2-22.14黄金净敞口.xlsx]Sheet3'!$B$1</c:f>
              <c:strCache>
                <c:ptCount val="1"/>
                <c:pt idx="0">
                  <c:v>金价（美元/盎司）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'[1.2-22.14黄金净敞口.xlsx]Sheet3'!$A$2:$A$112</c:f>
              <c:numCache>
                <c:formatCode>yyyy/m/d</c:formatCode>
                <c:ptCount val="111"/>
                <c:pt idx="0" c:formatCode="yyyy/m/d">
                  <c:v>45658</c:v>
                </c:pt>
                <c:pt idx="1" c:formatCode="yyyy/m/d">
                  <c:v>45659</c:v>
                </c:pt>
                <c:pt idx="2" c:formatCode="yyyy/m/d">
                  <c:v>45660</c:v>
                </c:pt>
                <c:pt idx="3" c:formatCode="yyyy/m/d">
                  <c:v>45661</c:v>
                </c:pt>
                <c:pt idx="4" c:formatCode="yyyy/m/d">
                  <c:v>45662</c:v>
                </c:pt>
                <c:pt idx="5" c:formatCode="yyyy/m/d">
                  <c:v>45663</c:v>
                </c:pt>
                <c:pt idx="6" c:formatCode="yyyy/m/d">
                  <c:v>45664</c:v>
                </c:pt>
                <c:pt idx="7" c:formatCode="yyyy/m/d">
                  <c:v>45665</c:v>
                </c:pt>
                <c:pt idx="8" c:formatCode="yyyy/m/d">
                  <c:v>45666</c:v>
                </c:pt>
                <c:pt idx="9" c:formatCode="yyyy/m/d">
                  <c:v>45667</c:v>
                </c:pt>
                <c:pt idx="10" c:formatCode="yyyy/m/d">
                  <c:v>45668</c:v>
                </c:pt>
                <c:pt idx="11" c:formatCode="yyyy/m/d">
                  <c:v>45669</c:v>
                </c:pt>
                <c:pt idx="12" c:formatCode="yyyy/m/d">
                  <c:v>45670</c:v>
                </c:pt>
                <c:pt idx="13" c:formatCode="yyyy/m/d">
                  <c:v>45671</c:v>
                </c:pt>
                <c:pt idx="14" c:formatCode="yyyy/m/d">
                  <c:v>45672</c:v>
                </c:pt>
                <c:pt idx="15" c:formatCode="yyyy/m/d">
                  <c:v>45673</c:v>
                </c:pt>
                <c:pt idx="16" c:formatCode="yyyy/m/d">
                  <c:v>45674</c:v>
                </c:pt>
                <c:pt idx="17" c:formatCode="yyyy/m/d">
                  <c:v>45675</c:v>
                </c:pt>
                <c:pt idx="18" c:formatCode="yyyy/m/d">
                  <c:v>45676</c:v>
                </c:pt>
                <c:pt idx="19" c:formatCode="yyyy/m/d">
                  <c:v>45677</c:v>
                </c:pt>
                <c:pt idx="20" c:formatCode="yyyy/m/d">
                  <c:v>45678</c:v>
                </c:pt>
                <c:pt idx="21" c:formatCode="yyyy/m/d">
                  <c:v>45679</c:v>
                </c:pt>
                <c:pt idx="22" c:formatCode="yyyy/m/d">
                  <c:v>45680</c:v>
                </c:pt>
                <c:pt idx="23" c:formatCode="yyyy/m/d">
                  <c:v>45681</c:v>
                </c:pt>
                <c:pt idx="24" c:formatCode="yyyy/m/d">
                  <c:v>45682</c:v>
                </c:pt>
                <c:pt idx="25" c:formatCode="yyyy/m/d">
                  <c:v>45683</c:v>
                </c:pt>
                <c:pt idx="26" c:formatCode="yyyy/m/d">
                  <c:v>45684</c:v>
                </c:pt>
                <c:pt idx="27" c:formatCode="yyyy/m/d">
                  <c:v>45685</c:v>
                </c:pt>
                <c:pt idx="28" c:formatCode="yyyy/m/d">
                  <c:v>45686</c:v>
                </c:pt>
                <c:pt idx="29" c:formatCode="yyyy/m/d">
                  <c:v>45687</c:v>
                </c:pt>
                <c:pt idx="30" c:formatCode="yyyy/m/d">
                  <c:v>45688</c:v>
                </c:pt>
                <c:pt idx="31" c:formatCode="yyyy/m/d">
                  <c:v>45689</c:v>
                </c:pt>
                <c:pt idx="32" c:formatCode="yyyy/m/d">
                  <c:v>45690</c:v>
                </c:pt>
                <c:pt idx="33" c:formatCode="yyyy/m/d">
                  <c:v>45691</c:v>
                </c:pt>
                <c:pt idx="34" c:formatCode="yyyy/m/d">
                  <c:v>45692</c:v>
                </c:pt>
                <c:pt idx="35" c:formatCode="yyyy/m/d">
                  <c:v>45693</c:v>
                </c:pt>
                <c:pt idx="36" c:formatCode="yyyy/m/d">
                  <c:v>45694</c:v>
                </c:pt>
                <c:pt idx="37" c:formatCode="yyyy/m/d">
                  <c:v>45695</c:v>
                </c:pt>
                <c:pt idx="38" c:formatCode="yyyy/m/d">
                  <c:v>45696</c:v>
                </c:pt>
                <c:pt idx="39" c:formatCode="yyyy/m/d">
                  <c:v>45697</c:v>
                </c:pt>
                <c:pt idx="40" c:formatCode="yyyy/m/d">
                  <c:v>45698</c:v>
                </c:pt>
                <c:pt idx="41" c:formatCode="yyyy/m/d">
                  <c:v>45699</c:v>
                </c:pt>
                <c:pt idx="42" c:formatCode="yyyy/m/d">
                  <c:v>45700</c:v>
                </c:pt>
                <c:pt idx="43" c:formatCode="yyyy/m/d">
                  <c:v>45701</c:v>
                </c:pt>
                <c:pt idx="44" c:formatCode="yyyy/m/d">
                  <c:v>45702</c:v>
                </c:pt>
                <c:pt idx="45" c:formatCode="yyyy/m/d">
                  <c:v>45703</c:v>
                </c:pt>
                <c:pt idx="46" c:formatCode="yyyy/m/d">
                  <c:v>45704</c:v>
                </c:pt>
                <c:pt idx="47" c:formatCode="yyyy/m/d">
                  <c:v>45705</c:v>
                </c:pt>
                <c:pt idx="48" c:formatCode="yyyy/m/d">
                  <c:v>45706</c:v>
                </c:pt>
                <c:pt idx="49" c:formatCode="yyyy/m/d">
                  <c:v>45707</c:v>
                </c:pt>
                <c:pt idx="50" c:formatCode="yyyy/m/d">
                  <c:v>45708</c:v>
                </c:pt>
                <c:pt idx="51" c:formatCode="yyyy/m/d">
                  <c:v>45709</c:v>
                </c:pt>
                <c:pt idx="52" c:formatCode="yyyy/m/d">
                  <c:v>45710</c:v>
                </c:pt>
                <c:pt idx="53" c:formatCode="yyyy/m/d">
                  <c:v>45711</c:v>
                </c:pt>
                <c:pt idx="54" c:formatCode="yyyy/m/d">
                  <c:v>45712</c:v>
                </c:pt>
                <c:pt idx="55" c:formatCode="yyyy/m/d">
                  <c:v>45713</c:v>
                </c:pt>
                <c:pt idx="56" c:formatCode="yyyy/m/d">
                  <c:v>45714</c:v>
                </c:pt>
                <c:pt idx="57" c:formatCode="yyyy/m/d">
                  <c:v>45715</c:v>
                </c:pt>
                <c:pt idx="58" c:formatCode="yyyy/m/d">
                  <c:v>45716</c:v>
                </c:pt>
                <c:pt idx="59" c:formatCode="yyyy/m/d">
                  <c:v>45717</c:v>
                </c:pt>
                <c:pt idx="60" c:formatCode="yyyy/m/d">
                  <c:v>45718</c:v>
                </c:pt>
                <c:pt idx="61" c:formatCode="yyyy/m/d">
                  <c:v>45719</c:v>
                </c:pt>
                <c:pt idx="62" c:formatCode="yyyy/m/d">
                  <c:v>45720</c:v>
                </c:pt>
                <c:pt idx="63" c:formatCode="yyyy/m/d">
                  <c:v>45721</c:v>
                </c:pt>
                <c:pt idx="64" c:formatCode="yyyy/m/d">
                  <c:v>45722</c:v>
                </c:pt>
                <c:pt idx="65" c:formatCode="yyyy/m/d">
                  <c:v>45723</c:v>
                </c:pt>
                <c:pt idx="66" c:formatCode="yyyy/m/d">
                  <c:v>45724</c:v>
                </c:pt>
                <c:pt idx="67" c:formatCode="yyyy/m/d">
                  <c:v>45725</c:v>
                </c:pt>
                <c:pt idx="68" c:formatCode="yyyy/m/d">
                  <c:v>45726</c:v>
                </c:pt>
                <c:pt idx="69" c:formatCode="yyyy/m/d">
                  <c:v>45727</c:v>
                </c:pt>
                <c:pt idx="70" c:formatCode="yyyy/m/d">
                  <c:v>45728</c:v>
                </c:pt>
                <c:pt idx="71" c:formatCode="yyyy/m/d">
                  <c:v>45729</c:v>
                </c:pt>
                <c:pt idx="72" c:formatCode="yyyy/m/d">
                  <c:v>45730</c:v>
                </c:pt>
                <c:pt idx="73" c:formatCode="yyyy/m/d">
                  <c:v>45731</c:v>
                </c:pt>
                <c:pt idx="74" c:formatCode="yyyy/m/d">
                  <c:v>45732</c:v>
                </c:pt>
                <c:pt idx="75" c:formatCode="yyyy/m/d">
                  <c:v>45733</c:v>
                </c:pt>
                <c:pt idx="76" c:formatCode="yyyy/m/d">
                  <c:v>45734</c:v>
                </c:pt>
                <c:pt idx="77" c:formatCode="yyyy/m/d">
                  <c:v>45735</c:v>
                </c:pt>
                <c:pt idx="78" c:formatCode="yyyy/m/d">
                  <c:v>45736</c:v>
                </c:pt>
                <c:pt idx="79" c:formatCode="yyyy/m/d">
                  <c:v>45737</c:v>
                </c:pt>
                <c:pt idx="80" c:formatCode="yyyy/m/d">
                  <c:v>45738</c:v>
                </c:pt>
                <c:pt idx="81" c:formatCode="yyyy/m/d">
                  <c:v>45739</c:v>
                </c:pt>
                <c:pt idx="82" c:formatCode="yyyy/m/d">
                  <c:v>45740</c:v>
                </c:pt>
                <c:pt idx="83" c:formatCode="yyyy/m/d">
                  <c:v>45741</c:v>
                </c:pt>
                <c:pt idx="84" c:formatCode="yyyy/m/d">
                  <c:v>45742</c:v>
                </c:pt>
                <c:pt idx="85" c:formatCode="yyyy/m/d">
                  <c:v>45743</c:v>
                </c:pt>
                <c:pt idx="86" c:formatCode="yyyy/m/d">
                  <c:v>45744</c:v>
                </c:pt>
                <c:pt idx="87" c:formatCode="yyyy/m/d">
                  <c:v>45745</c:v>
                </c:pt>
                <c:pt idx="88" c:formatCode="yyyy/m/d">
                  <c:v>45746</c:v>
                </c:pt>
                <c:pt idx="89" c:formatCode="yyyy/m/d">
                  <c:v>45747</c:v>
                </c:pt>
                <c:pt idx="90" c:formatCode="yyyy/m/d">
                  <c:v>45748</c:v>
                </c:pt>
                <c:pt idx="91" c:formatCode="yyyy/m/d">
                  <c:v>45749</c:v>
                </c:pt>
                <c:pt idx="92" c:formatCode="yyyy/m/d">
                  <c:v>45750</c:v>
                </c:pt>
                <c:pt idx="93" c:formatCode="yyyy/m/d">
                  <c:v>45751</c:v>
                </c:pt>
                <c:pt idx="94" c:formatCode="yyyy/m/d">
                  <c:v>45752</c:v>
                </c:pt>
                <c:pt idx="95" c:formatCode="yyyy/m/d">
                  <c:v>45753</c:v>
                </c:pt>
                <c:pt idx="96" c:formatCode="yyyy/m/d">
                  <c:v>45754</c:v>
                </c:pt>
                <c:pt idx="97" c:formatCode="yyyy/m/d">
                  <c:v>45755</c:v>
                </c:pt>
                <c:pt idx="98" c:formatCode="yyyy/m/d">
                  <c:v>45756</c:v>
                </c:pt>
                <c:pt idx="99" c:formatCode="yyyy/m/d">
                  <c:v>45757</c:v>
                </c:pt>
                <c:pt idx="100" c:formatCode="yyyy/m/d">
                  <c:v>45758</c:v>
                </c:pt>
                <c:pt idx="101" c:formatCode="yyyy/m/d">
                  <c:v>45759</c:v>
                </c:pt>
                <c:pt idx="102" c:formatCode="yyyy/m/d">
                  <c:v>45760</c:v>
                </c:pt>
                <c:pt idx="103" c:formatCode="yyyy/m/d">
                  <c:v>45761</c:v>
                </c:pt>
                <c:pt idx="104" c:formatCode="yyyy/m/d">
                  <c:v>45762</c:v>
                </c:pt>
                <c:pt idx="105" c:formatCode="yyyy/m/d">
                  <c:v>45763</c:v>
                </c:pt>
                <c:pt idx="106" c:formatCode="yyyy/m/d">
                  <c:v>45764</c:v>
                </c:pt>
                <c:pt idx="107" c:formatCode="yyyy/m/d">
                  <c:v>45765</c:v>
                </c:pt>
                <c:pt idx="108" c:formatCode="yyyy/m/d">
                  <c:v>45766</c:v>
                </c:pt>
                <c:pt idx="109" c:formatCode="yyyy/m/d">
                  <c:v>45767</c:v>
                </c:pt>
                <c:pt idx="110" c:formatCode="yyyy/m/d">
                  <c:v>45768</c:v>
                </c:pt>
              </c:numCache>
            </c:numRef>
          </c:cat>
          <c:val>
            <c:numRef>
              <c:f>'[1.2-22.14黄金净敞口.xlsx]Sheet3'!$B$2:$B$112</c:f>
              <c:numCache>
                <c:formatCode>0_ </c:formatCode>
                <c:ptCount val="111"/>
                <c:pt idx="0">
                  <c:v>2657.195</c:v>
                </c:pt>
                <c:pt idx="1">
                  <c:v>2657.195</c:v>
                </c:pt>
                <c:pt idx="2">
                  <c:v>2638.41</c:v>
                </c:pt>
                <c:pt idx="3">
                  <c:v>2638.41</c:v>
                </c:pt>
                <c:pt idx="4">
                  <c:v>2638.41</c:v>
                </c:pt>
                <c:pt idx="5">
                  <c:v>2635.995</c:v>
                </c:pt>
                <c:pt idx="6">
                  <c:v>2648.185</c:v>
                </c:pt>
                <c:pt idx="7">
                  <c:v>2661.105</c:v>
                </c:pt>
                <c:pt idx="8">
                  <c:v>2669.525</c:v>
                </c:pt>
                <c:pt idx="9">
                  <c:v>2689.755</c:v>
                </c:pt>
                <c:pt idx="10">
                  <c:v>2689.755</c:v>
                </c:pt>
                <c:pt idx="11">
                  <c:v>2689.755</c:v>
                </c:pt>
                <c:pt idx="12">
                  <c:v>2662.475</c:v>
                </c:pt>
                <c:pt idx="13">
                  <c:v>2676.875</c:v>
                </c:pt>
                <c:pt idx="14">
                  <c:v>2695.719</c:v>
                </c:pt>
                <c:pt idx="15">
                  <c:v>2713.745</c:v>
                </c:pt>
                <c:pt idx="16">
                  <c:v>2702.12</c:v>
                </c:pt>
                <c:pt idx="17">
                  <c:v>2702.12</c:v>
                </c:pt>
                <c:pt idx="18">
                  <c:v>2702.12</c:v>
                </c:pt>
                <c:pt idx="19">
                  <c:v>2710.418</c:v>
                </c:pt>
                <c:pt idx="20">
                  <c:v>2743.995</c:v>
                </c:pt>
                <c:pt idx="21">
                  <c:v>2755.755</c:v>
                </c:pt>
                <c:pt idx="22">
                  <c:v>2754.145</c:v>
                </c:pt>
                <c:pt idx="23">
                  <c:v>2770</c:v>
                </c:pt>
                <c:pt idx="24">
                  <c:v>2770</c:v>
                </c:pt>
                <c:pt idx="25">
                  <c:v>2770</c:v>
                </c:pt>
                <c:pt idx="26">
                  <c:v>2739.755</c:v>
                </c:pt>
                <c:pt idx="27">
                  <c:v>2763.005</c:v>
                </c:pt>
                <c:pt idx="28">
                  <c:v>2758.615</c:v>
                </c:pt>
                <c:pt idx="29">
                  <c:v>2793.465</c:v>
                </c:pt>
                <c:pt idx="30">
                  <c:v>2798.13</c:v>
                </c:pt>
                <c:pt idx="31">
                  <c:v>2798.13</c:v>
                </c:pt>
                <c:pt idx="32">
                  <c:v>2798.13</c:v>
                </c:pt>
                <c:pt idx="33">
                  <c:v>2814.13</c:v>
                </c:pt>
                <c:pt idx="34">
                  <c:v>2841.4</c:v>
                </c:pt>
                <c:pt idx="35">
                  <c:v>2866.235</c:v>
                </c:pt>
                <c:pt idx="36">
                  <c:v>2855.81</c:v>
                </c:pt>
                <c:pt idx="37">
                  <c:v>2860.135</c:v>
                </c:pt>
                <c:pt idx="38">
                  <c:v>2860.135</c:v>
                </c:pt>
                <c:pt idx="39">
                  <c:v>2860.135</c:v>
                </c:pt>
                <c:pt idx="40">
                  <c:v>2907.55</c:v>
                </c:pt>
                <c:pt idx="41">
                  <c:v>2897.23</c:v>
                </c:pt>
                <c:pt idx="42">
                  <c:v>2903.975</c:v>
                </c:pt>
                <c:pt idx="43">
                  <c:v>2927.305</c:v>
                </c:pt>
                <c:pt idx="44">
                  <c:v>2882.085</c:v>
                </c:pt>
                <c:pt idx="45">
                  <c:v>2882.085</c:v>
                </c:pt>
                <c:pt idx="46">
                  <c:v>2882.085</c:v>
                </c:pt>
                <c:pt idx="47">
                  <c:v>2898.6</c:v>
                </c:pt>
                <c:pt idx="48">
                  <c:v>2935.53</c:v>
                </c:pt>
                <c:pt idx="49">
                  <c:v>2933.19</c:v>
                </c:pt>
                <c:pt idx="50">
                  <c:v>2938.995</c:v>
                </c:pt>
                <c:pt idx="51">
                  <c:v>2934.955</c:v>
                </c:pt>
                <c:pt idx="52">
                  <c:v>2934.955</c:v>
                </c:pt>
                <c:pt idx="53">
                  <c:v>2934.955</c:v>
                </c:pt>
                <c:pt idx="54">
                  <c:v>2952.725</c:v>
                </c:pt>
                <c:pt idx="55">
                  <c:v>2914.52</c:v>
                </c:pt>
                <c:pt idx="56">
                  <c:v>2916.025</c:v>
                </c:pt>
                <c:pt idx="57">
                  <c:v>2876.485</c:v>
                </c:pt>
                <c:pt idx="58">
                  <c:v>2856.998</c:v>
                </c:pt>
                <c:pt idx="59">
                  <c:v>2856.998</c:v>
                </c:pt>
                <c:pt idx="60">
                  <c:v>2856.998</c:v>
                </c:pt>
                <c:pt idx="61">
                  <c:v>2891.43</c:v>
                </c:pt>
                <c:pt idx="62">
                  <c:v>2916.625</c:v>
                </c:pt>
                <c:pt idx="63">
                  <c:v>2918.735</c:v>
                </c:pt>
                <c:pt idx="64">
                  <c:v>2910.99</c:v>
                </c:pt>
                <c:pt idx="65">
                  <c:v>2909.355</c:v>
                </c:pt>
                <c:pt idx="66">
                  <c:v>2909.355</c:v>
                </c:pt>
                <c:pt idx="67">
                  <c:v>2909.355</c:v>
                </c:pt>
                <c:pt idx="68">
                  <c:v>2888.49</c:v>
                </c:pt>
                <c:pt idx="69">
                  <c:v>2915.82</c:v>
                </c:pt>
                <c:pt idx="70">
                  <c:v>2932.925</c:v>
                </c:pt>
                <c:pt idx="71">
                  <c:v>2988.26</c:v>
                </c:pt>
                <c:pt idx="72">
                  <c:v>2983.795</c:v>
                </c:pt>
                <c:pt idx="73">
                  <c:v>2983.795</c:v>
                </c:pt>
                <c:pt idx="74">
                  <c:v>2983.795</c:v>
                </c:pt>
                <c:pt idx="75">
                  <c:v>3000.425</c:v>
                </c:pt>
                <c:pt idx="76">
                  <c:v>3034.34</c:v>
                </c:pt>
                <c:pt idx="77">
                  <c:v>3046.76</c:v>
                </c:pt>
                <c:pt idx="78">
                  <c:v>3044.33</c:v>
                </c:pt>
                <c:pt idx="79">
                  <c:v>3022.79</c:v>
                </c:pt>
                <c:pt idx="80">
                  <c:v>3022.79</c:v>
                </c:pt>
                <c:pt idx="81">
                  <c:v>3022.79</c:v>
                </c:pt>
                <c:pt idx="82">
                  <c:v>3011.435</c:v>
                </c:pt>
                <c:pt idx="83">
                  <c:v>3019.82</c:v>
                </c:pt>
                <c:pt idx="84">
                  <c:v>3019.08</c:v>
                </c:pt>
                <c:pt idx="85">
                  <c:v>3055.515</c:v>
                </c:pt>
                <c:pt idx="86">
                  <c:v>3084.33</c:v>
                </c:pt>
                <c:pt idx="87">
                  <c:v>3084.33</c:v>
                </c:pt>
                <c:pt idx="88">
                  <c:v>3084.33</c:v>
                </c:pt>
                <c:pt idx="89">
                  <c:v>3122.905</c:v>
                </c:pt>
                <c:pt idx="90">
                  <c:v>3113.645</c:v>
                </c:pt>
                <c:pt idx="91">
                  <c:v>3135.389</c:v>
                </c:pt>
                <c:pt idx="92">
                  <c:v>3114.5</c:v>
                </c:pt>
                <c:pt idx="93">
                  <c:v>3037.31</c:v>
                </c:pt>
                <c:pt idx="94">
                  <c:v>3037.31</c:v>
                </c:pt>
                <c:pt idx="95">
                  <c:v>3037.31</c:v>
                </c:pt>
                <c:pt idx="96">
                  <c:v>2982.975</c:v>
                </c:pt>
                <c:pt idx="97">
                  <c:v>2982.465</c:v>
                </c:pt>
                <c:pt idx="98">
                  <c:v>3082</c:v>
                </c:pt>
                <c:pt idx="99">
                  <c:v>3175.025</c:v>
                </c:pt>
                <c:pt idx="100">
                  <c:v>3238.07</c:v>
                </c:pt>
                <c:pt idx="101">
                  <c:v>3238.07</c:v>
                </c:pt>
                <c:pt idx="102">
                  <c:v>3238.07</c:v>
                </c:pt>
                <c:pt idx="103">
                  <c:v>3210.06</c:v>
                </c:pt>
                <c:pt idx="104">
                  <c:v>3229.855</c:v>
                </c:pt>
                <c:pt idx="105">
                  <c:v>3342.48</c:v>
                </c:pt>
                <c:pt idx="106">
                  <c:v>3326.83</c:v>
                </c:pt>
                <c:pt idx="107">
                  <c:v>3326.83</c:v>
                </c:pt>
                <c:pt idx="108">
                  <c:v>3326.83</c:v>
                </c:pt>
                <c:pt idx="109">
                  <c:v>3326.83</c:v>
                </c:pt>
                <c:pt idx="110">
                  <c:v>3423.77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09238544"/>
        <c:axId val="477347362"/>
      </c:lineChart>
      <c:dateAx>
        <c:axId val="709238544"/>
        <c:scaling>
          <c:orientation val="minMax"/>
        </c:scaling>
        <c:delete val="0"/>
        <c:axPos val="b"/>
        <c:numFmt formatCode="m/d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7347362"/>
        <c:crosses val="autoZero"/>
        <c:auto val="1"/>
        <c:lblOffset val="100"/>
        <c:baseTimeUnit val="days"/>
      </c:dateAx>
      <c:valAx>
        <c:axId val="477347362"/>
        <c:scaling>
          <c:orientation val="minMax"/>
          <c:min val="25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09238544"/>
        <c:crosses val="autoZero"/>
        <c:crossBetween val="between"/>
      </c:valAx>
      <c:dateAx>
        <c:axId val="119344097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32611680"/>
        <c:crosses val="autoZero"/>
        <c:auto val="1"/>
        <c:lblAlgn val="ctr"/>
        <c:lblOffset val="100"/>
        <c:baseTimeUnit val="days"/>
      </c:dateAx>
      <c:valAx>
        <c:axId val="532611680"/>
        <c:scaling>
          <c:orientation val="minMax"/>
          <c:max val="65"/>
          <c:min val="-30"/>
        </c:scaling>
        <c:delete val="1"/>
        <c:axPos val="r"/>
        <c:numFmt formatCode="0_ 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934409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altLang="en-US"/>
              <a:t>黄金第二波上涨行情单边操作</a:t>
            </a:r>
            <a:endParaRPr lang="en-US" alt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'[1.2-22.14黄金净敞口.xlsx]Sheet3'!$C$1</c:f>
              <c:strCache>
                <c:ptCount val="1"/>
                <c:pt idx="0">
                  <c:v>持仓（千盎司）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'[1.2-22.14黄金净敞口.xlsx]Sheet3'!$A$233:$A$290</c:f>
              <c:numCache>
                <c:formatCode>yyyy/m/d</c:formatCode>
                <c:ptCount val="58"/>
                <c:pt idx="0" c:formatCode="yyyy/m/d">
                  <c:v>45889</c:v>
                </c:pt>
                <c:pt idx="1" c:formatCode="yyyy/m/d">
                  <c:v>45890</c:v>
                </c:pt>
                <c:pt idx="2" c:formatCode="yyyy/m/d">
                  <c:v>45891</c:v>
                </c:pt>
                <c:pt idx="3" c:formatCode="yyyy/m/d">
                  <c:v>45892</c:v>
                </c:pt>
                <c:pt idx="4" c:formatCode="yyyy/m/d">
                  <c:v>45893</c:v>
                </c:pt>
                <c:pt idx="5" c:formatCode="yyyy/m/d">
                  <c:v>45894</c:v>
                </c:pt>
                <c:pt idx="6" c:formatCode="yyyy/m/d">
                  <c:v>45895</c:v>
                </c:pt>
                <c:pt idx="7" c:formatCode="yyyy/m/d">
                  <c:v>45896</c:v>
                </c:pt>
                <c:pt idx="8" c:formatCode="yyyy/m/d">
                  <c:v>45897</c:v>
                </c:pt>
                <c:pt idx="9" c:formatCode="yyyy/m/d">
                  <c:v>45898</c:v>
                </c:pt>
                <c:pt idx="10" c:formatCode="yyyy/m/d">
                  <c:v>45899</c:v>
                </c:pt>
                <c:pt idx="11" c:formatCode="yyyy/m/d">
                  <c:v>45900</c:v>
                </c:pt>
                <c:pt idx="12" c:formatCode="yyyy/m/d">
                  <c:v>45901</c:v>
                </c:pt>
                <c:pt idx="13" c:formatCode="yyyy/m/d">
                  <c:v>45902</c:v>
                </c:pt>
                <c:pt idx="14" c:formatCode="yyyy/m/d">
                  <c:v>45903</c:v>
                </c:pt>
                <c:pt idx="15" c:formatCode="yyyy/m/d">
                  <c:v>45904</c:v>
                </c:pt>
                <c:pt idx="16" c:formatCode="yyyy/m/d">
                  <c:v>45905</c:v>
                </c:pt>
                <c:pt idx="17" c:formatCode="yyyy/m/d">
                  <c:v>45906</c:v>
                </c:pt>
                <c:pt idx="18" c:formatCode="yyyy/m/d">
                  <c:v>45907</c:v>
                </c:pt>
                <c:pt idx="19" c:formatCode="yyyy/m/d">
                  <c:v>45908</c:v>
                </c:pt>
                <c:pt idx="20" c:formatCode="yyyy/m/d">
                  <c:v>45909</c:v>
                </c:pt>
                <c:pt idx="21" c:formatCode="yyyy/m/d">
                  <c:v>45910</c:v>
                </c:pt>
                <c:pt idx="22" c:formatCode="yyyy/m/d">
                  <c:v>45911</c:v>
                </c:pt>
                <c:pt idx="23" c:formatCode="yyyy/m/d">
                  <c:v>45912</c:v>
                </c:pt>
                <c:pt idx="24" c:formatCode="yyyy/m/d">
                  <c:v>45913</c:v>
                </c:pt>
                <c:pt idx="25" c:formatCode="yyyy/m/d">
                  <c:v>45914</c:v>
                </c:pt>
                <c:pt idx="26" c:formatCode="yyyy/m/d">
                  <c:v>45915</c:v>
                </c:pt>
                <c:pt idx="27" c:formatCode="yyyy/m/d">
                  <c:v>45916</c:v>
                </c:pt>
                <c:pt idx="28" c:formatCode="yyyy/m/d">
                  <c:v>45917</c:v>
                </c:pt>
                <c:pt idx="29" c:formatCode="yyyy/m/d">
                  <c:v>45918</c:v>
                </c:pt>
                <c:pt idx="30" c:formatCode="yyyy/m/d">
                  <c:v>45919</c:v>
                </c:pt>
                <c:pt idx="31" c:formatCode="yyyy/m/d">
                  <c:v>45920</c:v>
                </c:pt>
                <c:pt idx="32" c:formatCode="yyyy/m/d">
                  <c:v>45921</c:v>
                </c:pt>
                <c:pt idx="33" c:formatCode="yyyy/m/d">
                  <c:v>45922</c:v>
                </c:pt>
                <c:pt idx="34" c:formatCode="yyyy/m/d">
                  <c:v>45923</c:v>
                </c:pt>
                <c:pt idx="35" c:formatCode="yyyy/m/d">
                  <c:v>45924</c:v>
                </c:pt>
                <c:pt idx="36" c:formatCode="yyyy/m/d">
                  <c:v>45925</c:v>
                </c:pt>
                <c:pt idx="37" c:formatCode="yyyy/m/d">
                  <c:v>45926</c:v>
                </c:pt>
                <c:pt idx="38" c:formatCode="yyyy/m/d">
                  <c:v>45927</c:v>
                </c:pt>
                <c:pt idx="39" c:formatCode="yyyy/m/d">
                  <c:v>45928</c:v>
                </c:pt>
                <c:pt idx="40" c:formatCode="yyyy/m/d">
                  <c:v>45929</c:v>
                </c:pt>
                <c:pt idx="41" c:formatCode="yyyy/m/d">
                  <c:v>45930</c:v>
                </c:pt>
                <c:pt idx="42" c:formatCode="yyyy/m/d">
                  <c:v>45931</c:v>
                </c:pt>
                <c:pt idx="43" c:formatCode="yyyy/m/d">
                  <c:v>45932</c:v>
                </c:pt>
                <c:pt idx="44" c:formatCode="yyyy/m/d">
                  <c:v>45933</c:v>
                </c:pt>
                <c:pt idx="45" c:formatCode="yyyy/m/d">
                  <c:v>45934</c:v>
                </c:pt>
                <c:pt idx="46" c:formatCode="yyyy/m/d">
                  <c:v>45935</c:v>
                </c:pt>
                <c:pt idx="47" c:formatCode="yyyy/m/d">
                  <c:v>45936</c:v>
                </c:pt>
                <c:pt idx="48" c:formatCode="yyyy/m/d">
                  <c:v>45937</c:v>
                </c:pt>
                <c:pt idx="49" c:formatCode="yyyy/m/d">
                  <c:v>45938</c:v>
                </c:pt>
                <c:pt idx="50" c:formatCode="yyyy/m/d">
                  <c:v>45939</c:v>
                </c:pt>
                <c:pt idx="51" c:formatCode="yyyy/m/d">
                  <c:v>45940</c:v>
                </c:pt>
                <c:pt idx="52" c:formatCode="yyyy/m/d">
                  <c:v>45941</c:v>
                </c:pt>
                <c:pt idx="53" c:formatCode="yyyy/m/d">
                  <c:v>45942</c:v>
                </c:pt>
                <c:pt idx="54" c:formatCode="yyyy/m/d">
                  <c:v>45943</c:v>
                </c:pt>
                <c:pt idx="55" c:formatCode="yyyy/m/d">
                  <c:v>45944</c:v>
                </c:pt>
                <c:pt idx="56" c:formatCode="yyyy/m/d">
                  <c:v>45945</c:v>
                </c:pt>
                <c:pt idx="57" c:formatCode="yyyy/m/d">
                  <c:v>45946</c:v>
                </c:pt>
              </c:numCache>
            </c:numRef>
          </c:cat>
          <c:val>
            <c:numRef>
              <c:f>'[1.2-22.14黄金净敞口.xlsx]Sheet3'!$C$233:$C$290</c:f>
              <c:numCache>
                <c:formatCode>0_ </c:formatCode>
                <c:ptCount val="58"/>
                <c:pt idx="0">
                  <c:v>11.1022664884286</c:v>
                </c:pt>
                <c:pt idx="1">
                  <c:v>9.67727772895249</c:v>
                </c:pt>
                <c:pt idx="2">
                  <c:v>14.454232816766</c:v>
                </c:pt>
                <c:pt idx="3">
                  <c:v>42.2526844265253</c:v>
                </c:pt>
                <c:pt idx="4">
                  <c:v>41.5493943481964</c:v>
                </c:pt>
                <c:pt idx="5">
                  <c:v>41.2269156121149</c:v>
                </c:pt>
                <c:pt idx="6">
                  <c:v>38.9677307945619</c:v>
                </c:pt>
                <c:pt idx="7">
                  <c:v>37.610443645662</c:v>
                </c:pt>
                <c:pt idx="8">
                  <c:v>32.0937828778042</c:v>
                </c:pt>
                <c:pt idx="9">
                  <c:v>38.1285011226132</c:v>
                </c:pt>
                <c:pt idx="10">
                  <c:v>30.5523235549545</c:v>
                </c:pt>
                <c:pt idx="11">
                  <c:v>30.1193645467432</c:v>
                </c:pt>
                <c:pt idx="12">
                  <c:v>86.0176380037118</c:v>
                </c:pt>
                <c:pt idx="13">
                  <c:v>104.629496616039</c:v>
                </c:pt>
                <c:pt idx="14">
                  <c:v>97.653137768435</c:v>
                </c:pt>
                <c:pt idx="15">
                  <c:v>89.9689216734102</c:v>
                </c:pt>
                <c:pt idx="16">
                  <c:v>86.7603752527133</c:v>
                </c:pt>
                <c:pt idx="17">
                  <c:v>86.6530197896573</c:v>
                </c:pt>
                <c:pt idx="18">
                  <c:v>86.4558247223287</c:v>
                </c:pt>
                <c:pt idx="19">
                  <c:v>71.1630727194925</c:v>
                </c:pt>
                <c:pt idx="20">
                  <c:v>52.5360331767685</c:v>
                </c:pt>
                <c:pt idx="21">
                  <c:v>55.9472739185336</c:v>
                </c:pt>
                <c:pt idx="22">
                  <c:v>34.98268100331</c:v>
                </c:pt>
                <c:pt idx="23">
                  <c:v>6.88726134492148</c:v>
                </c:pt>
                <c:pt idx="24">
                  <c:v>12.9304469702199</c:v>
                </c:pt>
                <c:pt idx="25">
                  <c:v>13.107402479513</c:v>
                </c:pt>
                <c:pt idx="26">
                  <c:v>11.9831966315582</c:v>
                </c:pt>
                <c:pt idx="27">
                  <c:v>12.5699946761074</c:v>
                </c:pt>
                <c:pt idx="28">
                  <c:v>10.2129411619507</c:v>
                </c:pt>
                <c:pt idx="29">
                  <c:v>5.02245550474371</c:v>
                </c:pt>
                <c:pt idx="30">
                  <c:v>1.6568822005048</c:v>
                </c:pt>
                <c:pt idx="31">
                  <c:v>-2.08923846330589</c:v>
                </c:pt>
                <c:pt idx="32">
                  <c:v>-2.20159641814827</c:v>
                </c:pt>
                <c:pt idx="33">
                  <c:v>-2.15406051960505</c:v>
                </c:pt>
                <c:pt idx="34">
                  <c:v>-2.16938856416385</c:v>
                </c:pt>
                <c:pt idx="35">
                  <c:v>1.24911954564008</c:v>
                </c:pt>
                <c:pt idx="36">
                  <c:v>-2.3364220080514</c:v>
                </c:pt>
                <c:pt idx="37">
                  <c:v>1.56183128533192</c:v>
                </c:pt>
                <c:pt idx="38">
                  <c:v>2.71820459076345</c:v>
                </c:pt>
                <c:pt idx="39">
                  <c:v>2.72911455059354</c:v>
                </c:pt>
                <c:pt idx="40">
                  <c:v>1.79378368721879</c:v>
                </c:pt>
                <c:pt idx="41">
                  <c:v>-0.949023273165599</c:v>
                </c:pt>
                <c:pt idx="42">
                  <c:v>-0.682191225247445</c:v>
                </c:pt>
                <c:pt idx="43">
                  <c:v>1.81800251163488</c:v>
                </c:pt>
                <c:pt idx="44">
                  <c:v>1.79875654265173</c:v>
                </c:pt>
                <c:pt idx="45">
                  <c:v>1.98991576450847</c:v>
                </c:pt>
                <c:pt idx="46">
                  <c:v>2.02384570047305</c:v>
                </c:pt>
                <c:pt idx="47">
                  <c:v>2.04797764626809</c:v>
                </c:pt>
                <c:pt idx="48">
                  <c:v>2.1813018342762</c:v>
                </c:pt>
                <c:pt idx="49">
                  <c:v>1.65658180008268</c:v>
                </c:pt>
                <c:pt idx="50">
                  <c:v>8.31219226927649</c:v>
                </c:pt>
                <c:pt idx="51">
                  <c:v>18.4139557798215</c:v>
                </c:pt>
                <c:pt idx="52">
                  <c:v>17.5499385495764</c:v>
                </c:pt>
                <c:pt idx="53">
                  <c:v>17.5611626736621</c:v>
                </c:pt>
                <c:pt idx="54">
                  <c:v>8.89104896274588</c:v>
                </c:pt>
                <c:pt idx="55">
                  <c:v>8.99714662829363</c:v>
                </c:pt>
                <c:pt idx="56">
                  <c:v>12.7675165730691</c:v>
                </c:pt>
                <c:pt idx="57">
                  <c:v>11.0586607723771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61736637"/>
        <c:axId val="81147151"/>
      </c:barChart>
      <c:lineChart>
        <c:grouping val="standard"/>
        <c:varyColors val="0"/>
        <c:ser>
          <c:idx val="0"/>
          <c:order val="0"/>
          <c:tx>
            <c:strRef>
              <c:f>'[1.2-22.14黄金净敞口.xlsx]Sheet3'!$B$1</c:f>
              <c:strCache>
                <c:ptCount val="1"/>
                <c:pt idx="0">
                  <c:v>金价（美元/盎司）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'[1.2-22.14黄金净敞口.xlsx]Sheet3'!$A$233:$A$290</c:f>
              <c:numCache>
                <c:formatCode>yyyy/m/d</c:formatCode>
                <c:ptCount val="58"/>
                <c:pt idx="0" c:formatCode="yyyy/m/d">
                  <c:v>45889</c:v>
                </c:pt>
                <c:pt idx="1" c:formatCode="yyyy/m/d">
                  <c:v>45890</c:v>
                </c:pt>
                <c:pt idx="2" c:formatCode="yyyy/m/d">
                  <c:v>45891</c:v>
                </c:pt>
                <c:pt idx="3" c:formatCode="yyyy/m/d">
                  <c:v>45892</c:v>
                </c:pt>
                <c:pt idx="4" c:formatCode="yyyy/m/d">
                  <c:v>45893</c:v>
                </c:pt>
                <c:pt idx="5" c:formatCode="yyyy/m/d">
                  <c:v>45894</c:v>
                </c:pt>
                <c:pt idx="6" c:formatCode="yyyy/m/d">
                  <c:v>45895</c:v>
                </c:pt>
                <c:pt idx="7" c:formatCode="yyyy/m/d">
                  <c:v>45896</c:v>
                </c:pt>
                <c:pt idx="8" c:formatCode="yyyy/m/d">
                  <c:v>45897</c:v>
                </c:pt>
                <c:pt idx="9" c:formatCode="yyyy/m/d">
                  <c:v>45898</c:v>
                </c:pt>
                <c:pt idx="10" c:formatCode="yyyy/m/d">
                  <c:v>45899</c:v>
                </c:pt>
                <c:pt idx="11" c:formatCode="yyyy/m/d">
                  <c:v>45900</c:v>
                </c:pt>
                <c:pt idx="12" c:formatCode="yyyy/m/d">
                  <c:v>45901</c:v>
                </c:pt>
                <c:pt idx="13" c:formatCode="yyyy/m/d">
                  <c:v>45902</c:v>
                </c:pt>
                <c:pt idx="14" c:formatCode="yyyy/m/d">
                  <c:v>45903</c:v>
                </c:pt>
                <c:pt idx="15" c:formatCode="yyyy/m/d">
                  <c:v>45904</c:v>
                </c:pt>
                <c:pt idx="16" c:formatCode="yyyy/m/d">
                  <c:v>45905</c:v>
                </c:pt>
                <c:pt idx="17" c:formatCode="yyyy/m/d">
                  <c:v>45906</c:v>
                </c:pt>
                <c:pt idx="18" c:formatCode="yyyy/m/d">
                  <c:v>45907</c:v>
                </c:pt>
                <c:pt idx="19" c:formatCode="yyyy/m/d">
                  <c:v>45908</c:v>
                </c:pt>
                <c:pt idx="20" c:formatCode="yyyy/m/d">
                  <c:v>45909</c:v>
                </c:pt>
                <c:pt idx="21" c:formatCode="yyyy/m/d">
                  <c:v>45910</c:v>
                </c:pt>
                <c:pt idx="22" c:formatCode="yyyy/m/d">
                  <c:v>45911</c:v>
                </c:pt>
                <c:pt idx="23" c:formatCode="yyyy/m/d">
                  <c:v>45912</c:v>
                </c:pt>
                <c:pt idx="24" c:formatCode="yyyy/m/d">
                  <c:v>45913</c:v>
                </c:pt>
                <c:pt idx="25" c:formatCode="yyyy/m/d">
                  <c:v>45914</c:v>
                </c:pt>
                <c:pt idx="26" c:formatCode="yyyy/m/d">
                  <c:v>45915</c:v>
                </c:pt>
                <c:pt idx="27" c:formatCode="yyyy/m/d">
                  <c:v>45916</c:v>
                </c:pt>
                <c:pt idx="28" c:formatCode="yyyy/m/d">
                  <c:v>45917</c:v>
                </c:pt>
                <c:pt idx="29" c:formatCode="yyyy/m/d">
                  <c:v>45918</c:v>
                </c:pt>
                <c:pt idx="30" c:formatCode="yyyy/m/d">
                  <c:v>45919</c:v>
                </c:pt>
                <c:pt idx="31" c:formatCode="yyyy/m/d">
                  <c:v>45920</c:v>
                </c:pt>
                <c:pt idx="32" c:formatCode="yyyy/m/d">
                  <c:v>45921</c:v>
                </c:pt>
                <c:pt idx="33" c:formatCode="yyyy/m/d">
                  <c:v>45922</c:v>
                </c:pt>
                <c:pt idx="34" c:formatCode="yyyy/m/d">
                  <c:v>45923</c:v>
                </c:pt>
                <c:pt idx="35" c:formatCode="yyyy/m/d">
                  <c:v>45924</c:v>
                </c:pt>
                <c:pt idx="36" c:formatCode="yyyy/m/d">
                  <c:v>45925</c:v>
                </c:pt>
                <c:pt idx="37" c:formatCode="yyyy/m/d">
                  <c:v>45926</c:v>
                </c:pt>
                <c:pt idx="38" c:formatCode="yyyy/m/d">
                  <c:v>45927</c:v>
                </c:pt>
                <c:pt idx="39" c:formatCode="yyyy/m/d">
                  <c:v>45928</c:v>
                </c:pt>
                <c:pt idx="40" c:formatCode="yyyy/m/d">
                  <c:v>45929</c:v>
                </c:pt>
                <c:pt idx="41" c:formatCode="yyyy/m/d">
                  <c:v>45930</c:v>
                </c:pt>
                <c:pt idx="42" c:formatCode="yyyy/m/d">
                  <c:v>45931</c:v>
                </c:pt>
                <c:pt idx="43" c:formatCode="yyyy/m/d">
                  <c:v>45932</c:v>
                </c:pt>
                <c:pt idx="44" c:formatCode="yyyy/m/d">
                  <c:v>45933</c:v>
                </c:pt>
                <c:pt idx="45" c:formatCode="yyyy/m/d">
                  <c:v>45934</c:v>
                </c:pt>
                <c:pt idx="46" c:formatCode="yyyy/m/d">
                  <c:v>45935</c:v>
                </c:pt>
                <c:pt idx="47" c:formatCode="yyyy/m/d">
                  <c:v>45936</c:v>
                </c:pt>
                <c:pt idx="48" c:formatCode="yyyy/m/d">
                  <c:v>45937</c:v>
                </c:pt>
                <c:pt idx="49" c:formatCode="yyyy/m/d">
                  <c:v>45938</c:v>
                </c:pt>
                <c:pt idx="50" c:formatCode="yyyy/m/d">
                  <c:v>45939</c:v>
                </c:pt>
                <c:pt idx="51" c:formatCode="yyyy/m/d">
                  <c:v>45940</c:v>
                </c:pt>
                <c:pt idx="52" c:formatCode="yyyy/m/d">
                  <c:v>45941</c:v>
                </c:pt>
                <c:pt idx="53" c:formatCode="yyyy/m/d">
                  <c:v>45942</c:v>
                </c:pt>
                <c:pt idx="54" c:formatCode="yyyy/m/d">
                  <c:v>45943</c:v>
                </c:pt>
                <c:pt idx="55" c:formatCode="yyyy/m/d">
                  <c:v>45944</c:v>
                </c:pt>
                <c:pt idx="56" c:formatCode="yyyy/m/d">
                  <c:v>45945</c:v>
                </c:pt>
                <c:pt idx="57" c:formatCode="yyyy/m/d">
                  <c:v>45946</c:v>
                </c:pt>
              </c:numCache>
            </c:numRef>
          </c:cat>
          <c:val>
            <c:numRef>
              <c:f>'[1.2-22.14黄金净敞口.xlsx]Sheet3'!$B$233:$B$290</c:f>
              <c:numCache>
                <c:formatCode>0_ </c:formatCode>
                <c:ptCount val="58"/>
                <c:pt idx="0">
                  <c:v>3347.335</c:v>
                </c:pt>
                <c:pt idx="1">
                  <c:v>3338.935</c:v>
                </c:pt>
                <c:pt idx="2">
                  <c:v>3371.235</c:v>
                </c:pt>
                <c:pt idx="3">
                  <c:v>3371.235</c:v>
                </c:pt>
                <c:pt idx="4">
                  <c:v>3371.235</c:v>
                </c:pt>
                <c:pt idx="5">
                  <c:v>3365.605</c:v>
                </c:pt>
                <c:pt idx="6">
                  <c:v>3393.465</c:v>
                </c:pt>
                <c:pt idx="7">
                  <c:v>3396.495</c:v>
                </c:pt>
                <c:pt idx="8">
                  <c:v>3415.795</c:v>
                </c:pt>
                <c:pt idx="9">
                  <c:v>3446.805</c:v>
                </c:pt>
                <c:pt idx="10">
                  <c:v>3446.805</c:v>
                </c:pt>
                <c:pt idx="11">
                  <c:v>3446.805</c:v>
                </c:pt>
                <c:pt idx="12">
                  <c:v>3475.45</c:v>
                </c:pt>
                <c:pt idx="13">
                  <c:v>3532.405</c:v>
                </c:pt>
                <c:pt idx="14">
                  <c:v>3558.475</c:v>
                </c:pt>
                <c:pt idx="15">
                  <c:v>3544.645</c:v>
                </c:pt>
                <c:pt idx="16">
                  <c:v>3586</c:v>
                </c:pt>
                <c:pt idx="17">
                  <c:v>3586</c:v>
                </c:pt>
                <c:pt idx="18">
                  <c:v>3586</c:v>
                </c:pt>
                <c:pt idx="19">
                  <c:v>3636.02</c:v>
                </c:pt>
                <c:pt idx="20">
                  <c:v>3624.165</c:v>
                </c:pt>
                <c:pt idx="21">
                  <c:v>3639.805</c:v>
                </c:pt>
                <c:pt idx="22">
                  <c:v>3633.535</c:v>
                </c:pt>
                <c:pt idx="23">
                  <c:v>3642.635</c:v>
                </c:pt>
                <c:pt idx="24">
                  <c:v>3642.635</c:v>
                </c:pt>
                <c:pt idx="25">
                  <c:v>3642.635</c:v>
                </c:pt>
                <c:pt idx="26">
                  <c:v>3678.885</c:v>
                </c:pt>
                <c:pt idx="27">
                  <c:v>3689.59</c:v>
                </c:pt>
                <c:pt idx="28">
                  <c:v>3658.89</c:v>
                </c:pt>
                <c:pt idx="29">
                  <c:v>3643.77</c:v>
                </c:pt>
                <c:pt idx="30">
                  <c:v>3684.65</c:v>
                </c:pt>
                <c:pt idx="31">
                  <c:v>3684.65</c:v>
                </c:pt>
                <c:pt idx="32">
                  <c:v>3684.65</c:v>
                </c:pt>
                <c:pt idx="33">
                  <c:v>3745.845</c:v>
                </c:pt>
                <c:pt idx="34">
                  <c:v>3762.985</c:v>
                </c:pt>
                <c:pt idx="35">
                  <c:v>3735.805</c:v>
                </c:pt>
                <c:pt idx="36">
                  <c:v>3748.405</c:v>
                </c:pt>
                <c:pt idx="37">
                  <c:v>3758.78</c:v>
                </c:pt>
                <c:pt idx="38">
                  <c:v>3758.78</c:v>
                </c:pt>
                <c:pt idx="39">
                  <c:v>3758.78</c:v>
                </c:pt>
                <c:pt idx="40">
                  <c:v>3832.935</c:v>
                </c:pt>
                <c:pt idx="41">
                  <c:v>3857.825</c:v>
                </c:pt>
                <c:pt idx="42">
                  <c:v>3865.415</c:v>
                </c:pt>
                <c:pt idx="43">
                  <c:v>3855.66</c:v>
                </c:pt>
                <c:pt idx="44">
                  <c:v>3885.66</c:v>
                </c:pt>
                <c:pt idx="45">
                  <c:v>3885.66</c:v>
                </c:pt>
                <c:pt idx="46">
                  <c:v>3885.66</c:v>
                </c:pt>
                <c:pt idx="47">
                  <c:v>3959.015</c:v>
                </c:pt>
                <c:pt idx="48">
                  <c:v>3984.34</c:v>
                </c:pt>
                <c:pt idx="49">
                  <c:v>4040.42</c:v>
                </c:pt>
                <c:pt idx="50">
                  <c:v>3975.95</c:v>
                </c:pt>
                <c:pt idx="51">
                  <c:v>4017.845</c:v>
                </c:pt>
                <c:pt idx="52">
                  <c:v>4017.845</c:v>
                </c:pt>
                <c:pt idx="53">
                  <c:v>4017.845</c:v>
                </c:pt>
                <c:pt idx="54">
                  <c:v>4110.015</c:v>
                </c:pt>
                <c:pt idx="55">
                  <c:v>4141.535</c:v>
                </c:pt>
                <c:pt idx="56">
                  <c:v>4206.575</c:v>
                </c:pt>
                <c:pt idx="57">
                  <c:v>4326.48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554476599"/>
        <c:axId val="21652003"/>
      </c:lineChart>
      <c:dateAx>
        <c:axId val="554476599"/>
        <c:scaling>
          <c:orientation val="minMax"/>
        </c:scaling>
        <c:delete val="0"/>
        <c:axPos val="b"/>
        <c:numFmt formatCode="m/d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1652003"/>
        <c:crosses val="autoZero"/>
        <c:auto val="1"/>
        <c:lblOffset val="100"/>
        <c:baseTimeUnit val="days"/>
      </c:dateAx>
      <c:valAx>
        <c:axId val="21652003"/>
        <c:scaling>
          <c:orientation val="minMax"/>
          <c:min val="3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4476599"/>
        <c:crosses val="autoZero"/>
        <c:crossBetween val="between"/>
      </c:valAx>
      <c:dateAx>
        <c:axId val="261736637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1147151"/>
        <c:crosses val="autoZero"/>
        <c:auto val="1"/>
        <c:lblOffset val="100"/>
        <c:baseTimeUnit val="days"/>
      </c:dateAx>
      <c:valAx>
        <c:axId val="81147151"/>
        <c:scaling>
          <c:orientation val="minMax"/>
        </c:scaling>
        <c:delete val="1"/>
        <c:axPos val="r"/>
        <c:numFmt formatCode="0_ 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617366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黄金第三波上涨行情单边操作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[分析底表.xlsx]Sheet3!$A$343:$A$366</c:f>
              <c:numCache>
                <c:formatCode>yyyy/m/d</c:formatCode>
                <c:ptCount val="24"/>
                <c:pt idx="0" c:formatCode="yyyy/m/d">
                  <c:v>45999</c:v>
                </c:pt>
                <c:pt idx="1" c:formatCode="yyyy/m/d">
                  <c:v>46000</c:v>
                </c:pt>
                <c:pt idx="2" c:formatCode="yyyy/m/d">
                  <c:v>46001</c:v>
                </c:pt>
                <c:pt idx="3" c:formatCode="yyyy/m/d">
                  <c:v>46002</c:v>
                </c:pt>
                <c:pt idx="4" c:formatCode="yyyy/m/d">
                  <c:v>46003</c:v>
                </c:pt>
                <c:pt idx="5" c:formatCode="yyyy/m/d">
                  <c:v>46004</c:v>
                </c:pt>
                <c:pt idx="6" c:formatCode="yyyy/m/d">
                  <c:v>46005</c:v>
                </c:pt>
                <c:pt idx="7" c:formatCode="yyyy/m/d">
                  <c:v>46006</c:v>
                </c:pt>
                <c:pt idx="8" c:formatCode="yyyy/m/d">
                  <c:v>46007</c:v>
                </c:pt>
                <c:pt idx="9" c:formatCode="yyyy/m/d">
                  <c:v>46008</c:v>
                </c:pt>
                <c:pt idx="10" c:formatCode="yyyy/m/d">
                  <c:v>46009</c:v>
                </c:pt>
                <c:pt idx="11" c:formatCode="yyyy/m/d">
                  <c:v>46010</c:v>
                </c:pt>
                <c:pt idx="12" c:formatCode="yyyy/m/d">
                  <c:v>46011</c:v>
                </c:pt>
                <c:pt idx="13" c:formatCode="yyyy/m/d">
                  <c:v>46012</c:v>
                </c:pt>
                <c:pt idx="14" c:formatCode="yyyy/m/d">
                  <c:v>46013</c:v>
                </c:pt>
                <c:pt idx="15" c:formatCode="yyyy/m/d">
                  <c:v>46014</c:v>
                </c:pt>
                <c:pt idx="16" c:formatCode="yyyy/m/d">
                  <c:v>46015</c:v>
                </c:pt>
                <c:pt idx="17" c:formatCode="yyyy/m/d">
                  <c:v>46016</c:v>
                </c:pt>
                <c:pt idx="18" c:formatCode="yyyy/m/d">
                  <c:v>46017</c:v>
                </c:pt>
                <c:pt idx="19" c:formatCode="yyyy/m/d">
                  <c:v>46018</c:v>
                </c:pt>
                <c:pt idx="20" c:formatCode="yyyy/m/d">
                  <c:v>46019</c:v>
                </c:pt>
                <c:pt idx="21" c:formatCode="yyyy/m/d">
                  <c:v>46020</c:v>
                </c:pt>
                <c:pt idx="22" c:formatCode="yyyy/m/d">
                  <c:v>46021</c:v>
                </c:pt>
                <c:pt idx="23" c:formatCode="yyyy/m/d">
                  <c:v>46022</c:v>
                </c:pt>
              </c:numCache>
            </c:numRef>
          </c:cat>
          <c:val>
            <c:numRef>
              <c:f>[分析底表.xlsx]Sheet3!$C$343:$C$366</c:f>
              <c:numCache>
                <c:formatCode>0_ </c:formatCode>
                <c:ptCount val="24"/>
                <c:pt idx="0">
                  <c:v>38.5737984137089</c:v>
                </c:pt>
                <c:pt idx="1">
                  <c:v>35.0393586860945</c:v>
                </c:pt>
                <c:pt idx="2">
                  <c:v>23.5589877992104</c:v>
                </c:pt>
                <c:pt idx="3">
                  <c:v>44.2147913377446</c:v>
                </c:pt>
                <c:pt idx="4">
                  <c:v>60.5762952913822</c:v>
                </c:pt>
                <c:pt idx="5">
                  <c:v>61.0294746066669</c:v>
                </c:pt>
                <c:pt idx="6">
                  <c:v>61.0757064228631</c:v>
                </c:pt>
                <c:pt idx="7">
                  <c:v>56.5559675652916</c:v>
                </c:pt>
                <c:pt idx="8">
                  <c:v>35.121697431756</c:v>
                </c:pt>
                <c:pt idx="9">
                  <c:v>37.3524426866606</c:v>
                </c:pt>
                <c:pt idx="10">
                  <c:v>37.6227447419378</c:v>
                </c:pt>
                <c:pt idx="11">
                  <c:v>51.9788153546069</c:v>
                </c:pt>
                <c:pt idx="12">
                  <c:v>52.311848439961</c:v>
                </c:pt>
                <c:pt idx="13">
                  <c:v>52.1580164376472</c:v>
                </c:pt>
                <c:pt idx="14">
                  <c:v>68.8160589358839</c:v>
                </c:pt>
                <c:pt idx="15">
                  <c:v>84.0008488209183</c:v>
                </c:pt>
                <c:pt idx="16">
                  <c:v>65.5822718286039</c:v>
                </c:pt>
                <c:pt idx="17">
                  <c:v>47.2797872402743</c:v>
                </c:pt>
                <c:pt idx="18">
                  <c:v>49.3154518750761</c:v>
                </c:pt>
                <c:pt idx="19">
                  <c:v>48.9821383298984</c:v>
                </c:pt>
                <c:pt idx="20">
                  <c:v>48.9408732739479</c:v>
                </c:pt>
                <c:pt idx="21">
                  <c:v>30.2784199092468</c:v>
                </c:pt>
                <c:pt idx="22">
                  <c:v>11.8370056941307</c:v>
                </c:pt>
                <c:pt idx="23">
                  <c:v>33.1605753986909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6292397"/>
        <c:axId val="519372757"/>
      </c:barChart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[分析底表.xlsx]Sheet3!$A$343:$A$366</c:f>
              <c:numCache>
                <c:formatCode>yyyy/m/d</c:formatCode>
                <c:ptCount val="24"/>
                <c:pt idx="0" c:formatCode="yyyy/m/d">
                  <c:v>45999</c:v>
                </c:pt>
                <c:pt idx="1" c:formatCode="yyyy/m/d">
                  <c:v>46000</c:v>
                </c:pt>
                <c:pt idx="2" c:formatCode="yyyy/m/d">
                  <c:v>46001</c:v>
                </c:pt>
                <c:pt idx="3" c:formatCode="yyyy/m/d">
                  <c:v>46002</c:v>
                </c:pt>
                <c:pt idx="4" c:formatCode="yyyy/m/d">
                  <c:v>46003</c:v>
                </c:pt>
                <c:pt idx="5" c:formatCode="yyyy/m/d">
                  <c:v>46004</c:v>
                </c:pt>
                <c:pt idx="6" c:formatCode="yyyy/m/d">
                  <c:v>46005</c:v>
                </c:pt>
                <c:pt idx="7" c:formatCode="yyyy/m/d">
                  <c:v>46006</c:v>
                </c:pt>
                <c:pt idx="8" c:formatCode="yyyy/m/d">
                  <c:v>46007</c:v>
                </c:pt>
                <c:pt idx="9" c:formatCode="yyyy/m/d">
                  <c:v>46008</c:v>
                </c:pt>
                <c:pt idx="10" c:formatCode="yyyy/m/d">
                  <c:v>46009</c:v>
                </c:pt>
                <c:pt idx="11" c:formatCode="yyyy/m/d">
                  <c:v>46010</c:v>
                </c:pt>
                <c:pt idx="12" c:formatCode="yyyy/m/d">
                  <c:v>46011</c:v>
                </c:pt>
                <c:pt idx="13" c:formatCode="yyyy/m/d">
                  <c:v>46012</c:v>
                </c:pt>
                <c:pt idx="14" c:formatCode="yyyy/m/d">
                  <c:v>46013</c:v>
                </c:pt>
                <c:pt idx="15" c:formatCode="yyyy/m/d">
                  <c:v>46014</c:v>
                </c:pt>
                <c:pt idx="16" c:formatCode="yyyy/m/d">
                  <c:v>46015</c:v>
                </c:pt>
                <c:pt idx="17" c:formatCode="yyyy/m/d">
                  <c:v>46016</c:v>
                </c:pt>
                <c:pt idx="18" c:formatCode="yyyy/m/d">
                  <c:v>46017</c:v>
                </c:pt>
                <c:pt idx="19" c:formatCode="yyyy/m/d">
                  <c:v>46018</c:v>
                </c:pt>
                <c:pt idx="20" c:formatCode="yyyy/m/d">
                  <c:v>46019</c:v>
                </c:pt>
                <c:pt idx="21" c:formatCode="yyyy/m/d">
                  <c:v>46020</c:v>
                </c:pt>
                <c:pt idx="22" c:formatCode="yyyy/m/d">
                  <c:v>46021</c:v>
                </c:pt>
                <c:pt idx="23" c:formatCode="yyyy/m/d">
                  <c:v>46022</c:v>
                </c:pt>
              </c:numCache>
            </c:numRef>
          </c:cat>
          <c:val>
            <c:numRef>
              <c:f>[分析底表.xlsx]Sheet3!$B$343:$B$366</c:f>
              <c:numCache>
                <c:formatCode>0_ </c:formatCode>
                <c:ptCount val="24"/>
                <c:pt idx="0">
                  <c:v>4189.885</c:v>
                </c:pt>
                <c:pt idx="1">
                  <c:v>4206.59</c:v>
                </c:pt>
                <c:pt idx="2">
                  <c:v>4227.645</c:v>
                </c:pt>
                <c:pt idx="3">
                  <c:v>4279.1</c:v>
                </c:pt>
                <c:pt idx="4">
                  <c:v>4299.285</c:v>
                </c:pt>
                <c:pt idx="5">
                  <c:v>4299.285</c:v>
                </c:pt>
                <c:pt idx="6">
                  <c:v>4299.285</c:v>
                </c:pt>
                <c:pt idx="7">
                  <c:v>4303.995</c:v>
                </c:pt>
                <c:pt idx="8">
                  <c:v>4302.84</c:v>
                </c:pt>
                <c:pt idx="9">
                  <c:v>4337.335</c:v>
                </c:pt>
                <c:pt idx="10">
                  <c:v>4331.239</c:v>
                </c:pt>
                <c:pt idx="11">
                  <c:v>4341.058</c:v>
                </c:pt>
                <c:pt idx="12">
                  <c:v>4341.058</c:v>
                </c:pt>
                <c:pt idx="13">
                  <c:v>4341.058</c:v>
                </c:pt>
                <c:pt idx="14">
                  <c:v>4443.97</c:v>
                </c:pt>
                <c:pt idx="15">
                  <c:v>4484.88</c:v>
                </c:pt>
                <c:pt idx="16">
                  <c:v>4479.39</c:v>
                </c:pt>
                <c:pt idx="17">
                  <c:v>4479.39</c:v>
                </c:pt>
                <c:pt idx="18">
                  <c:v>4532.505</c:v>
                </c:pt>
                <c:pt idx="19">
                  <c:v>4532.505</c:v>
                </c:pt>
                <c:pt idx="20">
                  <c:v>4532.505</c:v>
                </c:pt>
                <c:pt idx="21">
                  <c:v>4331.958</c:v>
                </c:pt>
                <c:pt idx="22">
                  <c:v>4340.128</c:v>
                </c:pt>
                <c:pt idx="23">
                  <c:v>4318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40682846"/>
        <c:axId val="374198222"/>
      </c:lineChart>
      <c:dateAx>
        <c:axId val="140682846"/>
        <c:scaling>
          <c:orientation val="minMax"/>
        </c:scaling>
        <c:delete val="0"/>
        <c:axPos val="b"/>
        <c:numFmt formatCode="m/d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74198222"/>
        <c:crosses val="autoZero"/>
        <c:auto val="1"/>
        <c:lblOffset val="100"/>
        <c:baseTimeUnit val="days"/>
      </c:dateAx>
      <c:valAx>
        <c:axId val="374198222"/>
        <c:scaling>
          <c:orientation val="minMax"/>
          <c:min val="41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0682846"/>
        <c:crosses val="autoZero"/>
        <c:crossBetween val="between"/>
        <c:majorUnit val="100"/>
      </c:valAx>
      <c:dateAx>
        <c:axId val="206292397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19372757"/>
        <c:crosses val="autoZero"/>
        <c:auto val="1"/>
        <c:lblOffset val="100"/>
        <c:baseTimeUnit val="days"/>
      </c:dateAx>
      <c:valAx>
        <c:axId val="519372757"/>
        <c:scaling>
          <c:orientation val="minMax"/>
        </c:scaling>
        <c:delete val="1"/>
        <c:axPos val="r"/>
        <c:numFmt formatCode="0_ 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06292397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白银上涨行情单边操作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'[分析底表.xlsx]file (2)'!$C$129:$C$257</c:f>
              <c:numCache>
                <c:ptCount val="0"/>
              </c:numCache>
            </c:numRef>
          </c:cat>
          <c:val>
            <c:numRef>
              <c:f>'[分析底表.xlsx]file (2)'!$D$129:$D$257</c:f>
            </c:numRef>
          </c:val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'[分析底表.xlsx]file (2)'!$C$129:$C$257</c:f>
              <c:numCache>
                <c:ptCount val="0"/>
              </c:numCache>
            </c:numRef>
          </c:cat>
          <c:val>
            <c:numRef>
              <c:f>'[分析底表.xlsx]file (2)'!$E$129:$E$257</c:f>
            </c:numRef>
          </c:val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'[分析底表.xlsx]file (2)'!$C$129:$C$257</c:f>
              <c:numCache>
                <c:ptCount val="0"/>
              </c:numCache>
            </c:numRef>
          </c:cat>
          <c:val>
            <c:numRef>
              <c:f>'[分析底表.xlsx]file (2)'!$F$129:$F$257</c:f>
            </c:numRef>
          </c:val>
        </c:ser>
        <c:ser>
          <c:idx val="4"/>
          <c:order val="4"/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'[分析底表.xlsx]file (2)'!$C$129:$C$257</c:f>
              <c:numCache>
                <c:ptCount val="0"/>
              </c:numCache>
            </c:numRef>
          </c:cat>
          <c:val>
            <c:numRef>
              <c:f>'[分析底表.xlsx]file (2)'!$H$129:$H$257</c:f>
            </c:numRef>
          </c:val>
        </c:ser>
        <c:ser>
          <c:idx val="5"/>
          <c:order val="5"/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'[分析底表.xlsx]file (2)'!$C$129:$C$257</c:f>
              <c:numCache>
                <c:ptCount val="0"/>
              </c:numCache>
            </c:numRef>
          </c:cat>
          <c:val>
            <c:numRef>
              <c:f>'[分析底表.xlsx]file (2)'!$I$129:$I$257</c:f>
            </c:numRef>
          </c:val>
        </c:ser>
        <c:ser>
          <c:idx val="6"/>
          <c:order val="6"/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'[分析底表.xlsx]file (2)'!$C$129:$C$257</c:f>
              <c:numCache>
                <c:ptCount val="0"/>
              </c:numCache>
            </c:numRef>
          </c:cat>
          <c:val>
            <c:numRef>
              <c:f>'[分析底表.xlsx]file (2)'!$J$129:$J$257</c:f>
            </c:numRef>
          </c:val>
        </c:ser>
        <c:ser>
          <c:idx val="7"/>
          <c:order val="7"/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'[分析底表.xlsx]file (2)'!$C$129:$C$257</c:f>
              <c:numCache>
                <c:ptCount val="0"/>
              </c:numCache>
            </c:numRef>
          </c:cat>
          <c:val>
            <c:numRef>
              <c:f>'[分析底表.xlsx]file (2)'!$K$129:$K$257</c:f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2"/>
        <c:overlap val="0"/>
        <c:axId val="712076600"/>
        <c:axId val="574510954"/>
      </c:barChart>
      <c:lineChart>
        <c:grouping val="standard"/>
        <c:varyColors val="0"/>
        <c:ser>
          <c:idx val="3"/>
          <c:order val="3"/>
          <c:tx>
            <c:strRef>
              <c:f>"银价（美元/盎司）"</c:f>
              <c:strCache>
                <c:ptCount val="1"/>
                <c:pt idx="0">
                  <c:v>银价（美元/盎司）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'[分析底表.xlsx]file (2)'!$C$129:$C$257</c:f>
              <c:numCache>
                <c:formatCode>yyyy\-mm\-dd</c:formatCode>
                <c:ptCount val="129"/>
                <c:pt idx="0" c:formatCode="yyyy\-mm\-dd">
                  <c:v>45839</c:v>
                </c:pt>
                <c:pt idx="1" c:formatCode="yyyy\-mm\-dd">
                  <c:v>45840</c:v>
                </c:pt>
                <c:pt idx="2" c:formatCode="yyyy\-mm\-dd">
                  <c:v>45841</c:v>
                </c:pt>
                <c:pt idx="3" c:formatCode="yyyy\-mm\-dd">
                  <c:v>45842</c:v>
                </c:pt>
                <c:pt idx="4" c:formatCode="yyyy\-mm\-dd">
                  <c:v>45845</c:v>
                </c:pt>
                <c:pt idx="5" c:formatCode="yyyy\-mm\-dd">
                  <c:v>45846</c:v>
                </c:pt>
                <c:pt idx="6" c:formatCode="yyyy\-mm\-dd">
                  <c:v>45847</c:v>
                </c:pt>
                <c:pt idx="7" c:formatCode="yyyy\-mm\-dd">
                  <c:v>45848</c:v>
                </c:pt>
                <c:pt idx="8" c:formatCode="yyyy\-mm\-dd">
                  <c:v>45849</c:v>
                </c:pt>
                <c:pt idx="9" c:formatCode="yyyy\-mm\-dd">
                  <c:v>45852</c:v>
                </c:pt>
                <c:pt idx="10" c:formatCode="yyyy\-mm\-dd">
                  <c:v>45853</c:v>
                </c:pt>
                <c:pt idx="11" c:formatCode="yyyy\-mm\-dd">
                  <c:v>45854</c:v>
                </c:pt>
                <c:pt idx="12" c:formatCode="yyyy\-mm\-dd">
                  <c:v>45855</c:v>
                </c:pt>
                <c:pt idx="13" c:formatCode="yyyy\-mm\-dd">
                  <c:v>45856</c:v>
                </c:pt>
                <c:pt idx="14" c:formatCode="yyyy\-mm\-dd">
                  <c:v>45859</c:v>
                </c:pt>
                <c:pt idx="15" c:formatCode="yyyy\-mm\-dd">
                  <c:v>45860</c:v>
                </c:pt>
                <c:pt idx="16" c:formatCode="yyyy\-mm\-dd">
                  <c:v>45861</c:v>
                </c:pt>
                <c:pt idx="17" c:formatCode="yyyy\-mm\-dd">
                  <c:v>45862</c:v>
                </c:pt>
                <c:pt idx="18" c:formatCode="yyyy\-mm\-dd">
                  <c:v>45863</c:v>
                </c:pt>
                <c:pt idx="19" c:formatCode="yyyy\-mm\-dd">
                  <c:v>45866</c:v>
                </c:pt>
                <c:pt idx="20" c:formatCode="yyyy\-mm\-dd">
                  <c:v>45867</c:v>
                </c:pt>
                <c:pt idx="21" c:formatCode="yyyy\-mm\-dd">
                  <c:v>45868</c:v>
                </c:pt>
                <c:pt idx="22" c:formatCode="yyyy\-mm\-dd">
                  <c:v>45869</c:v>
                </c:pt>
                <c:pt idx="23" c:formatCode="yyyy\-mm\-dd">
                  <c:v>45870</c:v>
                </c:pt>
                <c:pt idx="24" c:formatCode="yyyy\-mm\-dd">
                  <c:v>45873</c:v>
                </c:pt>
                <c:pt idx="25" c:formatCode="yyyy\-mm\-dd">
                  <c:v>45874</c:v>
                </c:pt>
                <c:pt idx="26" c:formatCode="yyyy\-mm\-dd">
                  <c:v>45875</c:v>
                </c:pt>
                <c:pt idx="27" c:formatCode="yyyy\-mm\-dd">
                  <c:v>45876</c:v>
                </c:pt>
                <c:pt idx="28" c:formatCode="yyyy\-mm\-dd">
                  <c:v>45877</c:v>
                </c:pt>
                <c:pt idx="29" c:formatCode="yyyy\-mm\-dd">
                  <c:v>45880</c:v>
                </c:pt>
                <c:pt idx="30" c:formatCode="yyyy\-mm\-dd">
                  <c:v>45881</c:v>
                </c:pt>
                <c:pt idx="31" c:formatCode="yyyy\-mm\-dd">
                  <c:v>45882</c:v>
                </c:pt>
                <c:pt idx="32" c:formatCode="yyyy\-mm\-dd">
                  <c:v>45883</c:v>
                </c:pt>
                <c:pt idx="33" c:formatCode="yyyy\-mm\-dd">
                  <c:v>45884</c:v>
                </c:pt>
                <c:pt idx="34" c:formatCode="yyyy\-mm\-dd">
                  <c:v>45887</c:v>
                </c:pt>
                <c:pt idx="35" c:formatCode="yyyy\-mm\-dd">
                  <c:v>45888</c:v>
                </c:pt>
                <c:pt idx="36" c:formatCode="yyyy\-mm\-dd">
                  <c:v>45889</c:v>
                </c:pt>
                <c:pt idx="37" c:formatCode="yyyy\-mm\-dd">
                  <c:v>45890</c:v>
                </c:pt>
                <c:pt idx="38" c:formatCode="yyyy\-mm\-dd">
                  <c:v>45891</c:v>
                </c:pt>
                <c:pt idx="39" c:formatCode="yyyy\-mm\-dd">
                  <c:v>45894</c:v>
                </c:pt>
                <c:pt idx="40" c:formatCode="yyyy\-mm\-dd">
                  <c:v>45895</c:v>
                </c:pt>
                <c:pt idx="41" c:formatCode="yyyy\-mm\-dd">
                  <c:v>45896</c:v>
                </c:pt>
                <c:pt idx="42" c:formatCode="yyyy\-mm\-dd">
                  <c:v>45897</c:v>
                </c:pt>
                <c:pt idx="43" c:formatCode="yyyy\-mm\-dd">
                  <c:v>45898</c:v>
                </c:pt>
                <c:pt idx="44" c:formatCode="yyyy\-mm\-dd">
                  <c:v>45901</c:v>
                </c:pt>
                <c:pt idx="45" c:formatCode="yyyy\-mm\-dd">
                  <c:v>45902</c:v>
                </c:pt>
                <c:pt idx="46" c:formatCode="yyyy\-mm\-dd">
                  <c:v>45903</c:v>
                </c:pt>
                <c:pt idx="47" c:formatCode="yyyy\-mm\-dd">
                  <c:v>45904</c:v>
                </c:pt>
                <c:pt idx="48" c:formatCode="yyyy\-mm\-dd">
                  <c:v>45905</c:v>
                </c:pt>
                <c:pt idx="49" c:formatCode="yyyy\-mm\-dd">
                  <c:v>45908</c:v>
                </c:pt>
                <c:pt idx="50" c:formatCode="yyyy\-mm\-dd">
                  <c:v>45909</c:v>
                </c:pt>
                <c:pt idx="51" c:formatCode="yyyy\-mm\-dd">
                  <c:v>45910</c:v>
                </c:pt>
                <c:pt idx="52" c:formatCode="yyyy\-mm\-dd">
                  <c:v>45911</c:v>
                </c:pt>
                <c:pt idx="53" c:formatCode="yyyy\-mm\-dd">
                  <c:v>45912</c:v>
                </c:pt>
                <c:pt idx="54" c:formatCode="yyyy\-mm\-dd">
                  <c:v>45915</c:v>
                </c:pt>
                <c:pt idx="55" c:formatCode="yyyy\-mm\-dd">
                  <c:v>45916</c:v>
                </c:pt>
                <c:pt idx="56" c:formatCode="yyyy\-mm\-dd">
                  <c:v>45917</c:v>
                </c:pt>
                <c:pt idx="57" c:formatCode="yyyy\-mm\-dd">
                  <c:v>45918</c:v>
                </c:pt>
                <c:pt idx="58" c:formatCode="yyyy\-mm\-dd">
                  <c:v>45919</c:v>
                </c:pt>
                <c:pt idx="59" c:formatCode="yyyy\-mm\-dd">
                  <c:v>45922</c:v>
                </c:pt>
                <c:pt idx="60" c:formatCode="yyyy\-mm\-dd">
                  <c:v>45923</c:v>
                </c:pt>
                <c:pt idx="61" c:formatCode="yyyy\-mm\-dd">
                  <c:v>45924</c:v>
                </c:pt>
                <c:pt idx="62" c:formatCode="yyyy\-mm\-dd">
                  <c:v>45925</c:v>
                </c:pt>
                <c:pt idx="63" c:formatCode="yyyy\-mm\-dd">
                  <c:v>45926</c:v>
                </c:pt>
                <c:pt idx="64" c:formatCode="yyyy\-mm\-dd">
                  <c:v>45929</c:v>
                </c:pt>
                <c:pt idx="65" c:formatCode="yyyy\-mm\-dd">
                  <c:v>45930</c:v>
                </c:pt>
                <c:pt idx="66" c:formatCode="yyyy\-mm\-dd">
                  <c:v>45931</c:v>
                </c:pt>
                <c:pt idx="67" c:formatCode="yyyy\-mm\-dd">
                  <c:v>45932</c:v>
                </c:pt>
                <c:pt idx="68" c:formatCode="yyyy\-mm\-dd">
                  <c:v>45933</c:v>
                </c:pt>
                <c:pt idx="69" c:formatCode="yyyy\-mm\-dd">
                  <c:v>45936</c:v>
                </c:pt>
                <c:pt idx="70" c:formatCode="yyyy\-mm\-dd">
                  <c:v>45937</c:v>
                </c:pt>
                <c:pt idx="71" c:formatCode="yyyy\-mm\-dd">
                  <c:v>45938</c:v>
                </c:pt>
                <c:pt idx="72" c:formatCode="yyyy\-mm\-dd">
                  <c:v>45939</c:v>
                </c:pt>
                <c:pt idx="73" c:formatCode="yyyy\-mm\-dd">
                  <c:v>45940</c:v>
                </c:pt>
                <c:pt idx="74" c:formatCode="yyyy\-mm\-dd">
                  <c:v>45943</c:v>
                </c:pt>
                <c:pt idx="75" c:formatCode="yyyy\-mm\-dd">
                  <c:v>45944</c:v>
                </c:pt>
                <c:pt idx="76" c:formatCode="yyyy\-mm\-dd">
                  <c:v>45945</c:v>
                </c:pt>
                <c:pt idx="77" c:formatCode="yyyy\-mm\-dd">
                  <c:v>45946</c:v>
                </c:pt>
                <c:pt idx="78" c:formatCode="yyyy\-mm\-dd">
                  <c:v>45947</c:v>
                </c:pt>
                <c:pt idx="79" c:formatCode="yyyy\-mm\-dd">
                  <c:v>45950</c:v>
                </c:pt>
                <c:pt idx="80" c:formatCode="yyyy\-mm\-dd">
                  <c:v>45951</c:v>
                </c:pt>
                <c:pt idx="81" c:formatCode="yyyy\-mm\-dd">
                  <c:v>45952</c:v>
                </c:pt>
                <c:pt idx="82" c:formatCode="yyyy\-mm\-dd">
                  <c:v>45953</c:v>
                </c:pt>
                <c:pt idx="83" c:formatCode="yyyy\-mm\-dd">
                  <c:v>45954</c:v>
                </c:pt>
                <c:pt idx="84" c:formatCode="yyyy\-mm\-dd">
                  <c:v>45957</c:v>
                </c:pt>
                <c:pt idx="85" c:formatCode="yyyy\-mm\-dd">
                  <c:v>45958</c:v>
                </c:pt>
                <c:pt idx="86" c:formatCode="yyyy\-mm\-dd">
                  <c:v>45959</c:v>
                </c:pt>
                <c:pt idx="87" c:formatCode="yyyy\-mm\-dd">
                  <c:v>45960</c:v>
                </c:pt>
                <c:pt idx="88" c:formatCode="yyyy\-mm\-dd">
                  <c:v>45961</c:v>
                </c:pt>
                <c:pt idx="89" c:formatCode="yyyy\-mm\-dd">
                  <c:v>45964</c:v>
                </c:pt>
                <c:pt idx="90" c:formatCode="yyyy\-mm\-dd">
                  <c:v>45965</c:v>
                </c:pt>
                <c:pt idx="91" c:formatCode="yyyy\-mm\-dd">
                  <c:v>45966</c:v>
                </c:pt>
                <c:pt idx="92" c:formatCode="yyyy\-mm\-dd">
                  <c:v>45967</c:v>
                </c:pt>
                <c:pt idx="93" c:formatCode="yyyy\-mm\-dd">
                  <c:v>45968</c:v>
                </c:pt>
                <c:pt idx="94" c:formatCode="yyyy\-mm\-dd">
                  <c:v>45971</c:v>
                </c:pt>
                <c:pt idx="95" c:formatCode="yyyy\-mm\-dd">
                  <c:v>45972</c:v>
                </c:pt>
                <c:pt idx="96" c:formatCode="yyyy\-mm\-dd">
                  <c:v>45973</c:v>
                </c:pt>
                <c:pt idx="97" c:formatCode="yyyy\-mm\-dd">
                  <c:v>45974</c:v>
                </c:pt>
                <c:pt idx="98" c:formatCode="yyyy\-mm\-dd">
                  <c:v>45975</c:v>
                </c:pt>
                <c:pt idx="99" c:formatCode="yyyy\-mm\-dd">
                  <c:v>45978</c:v>
                </c:pt>
                <c:pt idx="100" c:formatCode="yyyy\-mm\-dd">
                  <c:v>45979</c:v>
                </c:pt>
                <c:pt idx="101" c:formatCode="yyyy\-mm\-dd">
                  <c:v>45980</c:v>
                </c:pt>
                <c:pt idx="102" c:formatCode="yyyy\-mm\-dd">
                  <c:v>45981</c:v>
                </c:pt>
                <c:pt idx="103" c:formatCode="yyyy\-mm\-dd">
                  <c:v>45982</c:v>
                </c:pt>
                <c:pt idx="104" c:formatCode="yyyy\-mm\-dd">
                  <c:v>45985</c:v>
                </c:pt>
                <c:pt idx="105" c:formatCode="yyyy\-mm\-dd">
                  <c:v>45986</c:v>
                </c:pt>
                <c:pt idx="106" c:formatCode="yyyy\-mm\-dd">
                  <c:v>45987</c:v>
                </c:pt>
                <c:pt idx="107" c:formatCode="yyyy\-mm\-dd">
                  <c:v>45988</c:v>
                </c:pt>
                <c:pt idx="108" c:formatCode="yyyy\-mm\-dd">
                  <c:v>45989</c:v>
                </c:pt>
                <c:pt idx="109" c:formatCode="yyyy\-mm\-dd">
                  <c:v>45992</c:v>
                </c:pt>
                <c:pt idx="110" c:formatCode="yyyy\-mm\-dd">
                  <c:v>45993</c:v>
                </c:pt>
                <c:pt idx="111" c:formatCode="yyyy\-mm\-dd">
                  <c:v>45994</c:v>
                </c:pt>
                <c:pt idx="112" c:formatCode="yyyy\-mm\-dd">
                  <c:v>45995</c:v>
                </c:pt>
                <c:pt idx="113" c:formatCode="yyyy\-mm\-dd">
                  <c:v>45996</c:v>
                </c:pt>
                <c:pt idx="114" c:formatCode="yyyy\-mm\-dd">
                  <c:v>45999</c:v>
                </c:pt>
                <c:pt idx="115" c:formatCode="yyyy\-mm\-dd">
                  <c:v>46000</c:v>
                </c:pt>
                <c:pt idx="116" c:formatCode="yyyy\-mm\-dd">
                  <c:v>46001</c:v>
                </c:pt>
                <c:pt idx="117" c:formatCode="yyyy\-mm\-dd">
                  <c:v>46002</c:v>
                </c:pt>
                <c:pt idx="118" c:formatCode="yyyy\-mm\-dd">
                  <c:v>46003</c:v>
                </c:pt>
                <c:pt idx="119" c:formatCode="yyyy\-mm\-dd">
                  <c:v>46006</c:v>
                </c:pt>
                <c:pt idx="120" c:formatCode="yyyy\-mm\-dd">
                  <c:v>46007</c:v>
                </c:pt>
                <c:pt idx="121" c:formatCode="yyyy\-mm\-dd">
                  <c:v>46008</c:v>
                </c:pt>
                <c:pt idx="122" c:formatCode="yyyy\-mm\-dd">
                  <c:v>46009</c:v>
                </c:pt>
                <c:pt idx="123" c:formatCode="yyyy\-mm\-dd">
                  <c:v>46010</c:v>
                </c:pt>
                <c:pt idx="124" c:formatCode="yyyy\-mm\-dd">
                  <c:v>46013</c:v>
                </c:pt>
                <c:pt idx="125" c:formatCode="yyyy\-mm\-dd">
                  <c:v>46014</c:v>
                </c:pt>
                <c:pt idx="126" c:formatCode="yyyy\-mm\-dd">
                  <c:v>46015</c:v>
                </c:pt>
                <c:pt idx="127" c:formatCode="yyyy\-mm\-dd">
                  <c:v>46016</c:v>
                </c:pt>
                <c:pt idx="128" c:formatCode="yyyy\-mm\-dd">
                  <c:v>46017</c:v>
                </c:pt>
              </c:numCache>
            </c:numRef>
          </c:cat>
          <c:val>
            <c:numRef>
              <c:f>'[分析底表.xlsx]file (2)'!$G$129:$G$257</c:f>
              <c:numCache>
                <c:formatCode>General</c:formatCode>
                <c:ptCount val="129"/>
                <c:pt idx="0">
                  <c:v>36.014</c:v>
                </c:pt>
                <c:pt idx="1">
                  <c:v>36.547</c:v>
                </c:pt>
                <c:pt idx="2">
                  <c:v>36.827</c:v>
                </c:pt>
                <c:pt idx="3">
                  <c:v>36.886</c:v>
                </c:pt>
                <c:pt idx="4">
                  <c:v>36.734</c:v>
                </c:pt>
                <c:pt idx="5">
                  <c:v>36.721</c:v>
                </c:pt>
                <c:pt idx="6">
                  <c:v>36.375</c:v>
                </c:pt>
                <c:pt idx="7">
                  <c:v>36.994</c:v>
                </c:pt>
                <c:pt idx="8">
                  <c:v>38.389</c:v>
                </c:pt>
                <c:pt idx="9">
                  <c:v>38.113</c:v>
                </c:pt>
                <c:pt idx="10">
                  <c:v>37.686</c:v>
                </c:pt>
                <c:pt idx="11">
                  <c:v>37.851</c:v>
                </c:pt>
                <c:pt idx="12">
                  <c:v>38.135</c:v>
                </c:pt>
                <c:pt idx="13">
                  <c:v>38.147</c:v>
                </c:pt>
                <c:pt idx="14">
                  <c:v>38.897</c:v>
                </c:pt>
                <c:pt idx="15">
                  <c:v>39.265</c:v>
                </c:pt>
                <c:pt idx="16">
                  <c:v>39.216</c:v>
                </c:pt>
                <c:pt idx="17">
                  <c:v>39.029</c:v>
                </c:pt>
                <c:pt idx="18">
                  <c:v>38.137</c:v>
                </c:pt>
                <c:pt idx="19">
                  <c:v>38.152</c:v>
                </c:pt>
                <c:pt idx="20">
                  <c:v>38.19</c:v>
                </c:pt>
                <c:pt idx="21">
                  <c:v>37.095</c:v>
                </c:pt>
                <c:pt idx="22">
                  <c:v>36.663</c:v>
                </c:pt>
                <c:pt idx="23">
                  <c:v>37.017</c:v>
                </c:pt>
                <c:pt idx="24">
                  <c:v>37.399</c:v>
                </c:pt>
                <c:pt idx="25">
                  <c:v>37.783</c:v>
                </c:pt>
                <c:pt idx="26">
                  <c:v>37.737</c:v>
                </c:pt>
                <c:pt idx="27">
                  <c:v>38.259</c:v>
                </c:pt>
                <c:pt idx="28">
                  <c:v>38.339</c:v>
                </c:pt>
                <c:pt idx="29">
                  <c:v>37.587</c:v>
                </c:pt>
                <c:pt idx="30">
                  <c:v>37.892</c:v>
                </c:pt>
                <c:pt idx="31">
                  <c:v>38.47</c:v>
                </c:pt>
                <c:pt idx="32">
                  <c:v>37.975</c:v>
                </c:pt>
                <c:pt idx="33">
                  <c:v>37.987</c:v>
                </c:pt>
                <c:pt idx="34">
                  <c:v>38.01</c:v>
                </c:pt>
                <c:pt idx="35">
                  <c:v>37.378</c:v>
                </c:pt>
                <c:pt idx="36">
                  <c:v>37.855</c:v>
                </c:pt>
                <c:pt idx="37">
                  <c:v>38.12</c:v>
                </c:pt>
                <c:pt idx="38">
                  <c:v>38.888</c:v>
                </c:pt>
                <c:pt idx="39">
                  <c:v>38.559</c:v>
                </c:pt>
                <c:pt idx="40">
                  <c:v>38.604</c:v>
                </c:pt>
                <c:pt idx="41">
                  <c:v>38.563</c:v>
                </c:pt>
                <c:pt idx="42">
                  <c:v>39.019</c:v>
                </c:pt>
                <c:pt idx="43">
                  <c:v>39.691</c:v>
                </c:pt>
                <c:pt idx="44">
                  <c:v>40.674</c:v>
                </c:pt>
                <c:pt idx="45">
                  <c:v>40.819</c:v>
                </c:pt>
                <c:pt idx="46">
                  <c:v>41.189</c:v>
                </c:pt>
                <c:pt idx="47">
                  <c:v>40.653</c:v>
                </c:pt>
                <c:pt idx="48">
                  <c:v>40.967</c:v>
                </c:pt>
                <c:pt idx="49">
                  <c:v>41.335</c:v>
                </c:pt>
                <c:pt idx="50">
                  <c:v>40.857</c:v>
                </c:pt>
                <c:pt idx="51">
                  <c:v>41.144</c:v>
                </c:pt>
                <c:pt idx="52">
                  <c:v>41.501</c:v>
                </c:pt>
                <c:pt idx="53">
                  <c:v>42.161</c:v>
                </c:pt>
                <c:pt idx="54">
                  <c:v>42.665</c:v>
                </c:pt>
                <c:pt idx="55">
                  <c:v>42.548</c:v>
                </c:pt>
                <c:pt idx="56">
                  <c:v>41.638</c:v>
                </c:pt>
                <c:pt idx="57">
                  <c:v>41.798</c:v>
                </c:pt>
                <c:pt idx="58">
                  <c:v>43.059</c:v>
                </c:pt>
                <c:pt idx="59">
                  <c:v>43.988</c:v>
                </c:pt>
                <c:pt idx="60">
                  <c:v>44.011</c:v>
                </c:pt>
                <c:pt idx="61">
                  <c:v>43.885</c:v>
                </c:pt>
                <c:pt idx="62">
                  <c:v>45.128</c:v>
                </c:pt>
                <c:pt idx="63">
                  <c:v>46.032</c:v>
                </c:pt>
                <c:pt idx="64">
                  <c:v>46.907</c:v>
                </c:pt>
                <c:pt idx="65">
                  <c:v>46.652</c:v>
                </c:pt>
                <c:pt idx="66">
                  <c:v>47.279</c:v>
                </c:pt>
                <c:pt idx="67">
                  <c:v>46.936</c:v>
                </c:pt>
                <c:pt idx="68">
                  <c:v>47.979</c:v>
                </c:pt>
                <c:pt idx="69">
                  <c:v>48.489</c:v>
                </c:pt>
                <c:pt idx="70">
                  <c:v>47.809</c:v>
                </c:pt>
                <c:pt idx="71">
                  <c:v>48.859</c:v>
                </c:pt>
                <c:pt idx="72">
                  <c:v>49.205</c:v>
                </c:pt>
                <c:pt idx="73">
                  <c:v>50.126</c:v>
                </c:pt>
                <c:pt idx="74">
                  <c:v>52.329</c:v>
                </c:pt>
                <c:pt idx="75">
                  <c:v>51.41</c:v>
                </c:pt>
                <c:pt idx="76">
                  <c:v>53.05</c:v>
                </c:pt>
                <c:pt idx="77">
                  <c:v>54.142</c:v>
                </c:pt>
                <c:pt idx="78">
                  <c:v>51.861</c:v>
                </c:pt>
                <c:pt idx="79">
                  <c:v>52.387</c:v>
                </c:pt>
                <c:pt idx="80">
                  <c:v>48.662</c:v>
                </c:pt>
                <c:pt idx="81">
                  <c:v>48.437</c:v>
                </c:pt>
                <c:pt idx="82">
                  <c:v>48.854</c:v>
                </c:pt>
                <c:pt idx="83">
                  <c:v>48.624</c:v>
                </c:pt>
                <c:pt idx="84">
                  <c:v>46.968</c:v>
                </c:pt>
                <c:pt idx="85">
                  <c:v>47.031</c:v>
                </c:pt>
                <c:pt idx="86">
                  <c:v>47.492</c:v>
                </c:pt>
                <c:pt idx="87">
                  <c:v>48.89</c:v>
                </c:pt>
                <c:pt idx="88">
                  <c:v>48.656</c:v>
                </c:pt>
                <c:pt idx="89">
                  <c:v>48.067</c:v>
                </c:pt>
                <c:pt idx="90">
                  <c:v>47.122</c:v>
                </c:pt>
                <c:pt idx="91">
                  <c:v>47.972</c:v>
                </c:pt>
                <c:pt idx="92">
                  <c:v>48.006</c:v>
                </c:pt>
                <c:pt idx="93">
                  <c:v>48.326</c:v>
                </c:pt>
                <c:pt idx="94">
                  <c:v>50.492</c:v>
                </c:pt>
                <c:pt idx="95">
                  <c:v>51.214</c:v>
                </c:pt>
                <c:pt idx="96">
                  <c:v>53.259</c:v>
                </c:pt>
                <c:pt idx="97">
                  <c:v>52.331</c:v>
                </c:pt>
                <c:pt idx="98">
                  <c:v>50.517</c:v>
                </c:pt>
                <c:pt idx="99">
                  <c:v>50.18</c:v>
                </c:pt>
                <c:pt idx="100">
                  <c:v>50.678</c:v>
                </c:pt>
                <c:pt idx="101">
                  <c:v>51.29</c:v>
                </c:pt>
                <c:pt idx="102">
                  <c:v>50.644</c:v>
                </c:pt>
                <c:pt idx="103">
                  <c:v>49.989</c:v>
                </c:pt>
                <c:pt idx="104">
                  <c:v>51.348</c:v>
                </c:pt>
                <c:pt idx="105">
                  <c:v>51.441</c:v>
                </c:pt>
                <c:pt idx="106">
                  <c:v>53.327</c:v>
                </c:pt>
                <c:pt idx="107">
                  <c:v>53.374</c:v>
                </c:pt>
                <c:pt idx="108">
                  <c:v>56.397</c:v>
                </c:pt>
                <c:pt idx="109">
                  <c:v>57.955</c:v>
                </c:pt>
                <c:pt idx="110">
                  <c:v>58.445</c:v>
                </c:pt>
                <c:pt idx="111">
                  <c:v>58.468</c:v>
                </c:pt>
                <c:pt idx="112">
                  <c:v>57.093</c:v>
                </c:pt>
                <c:pt idx="113">
                  <c:v>58.291</c:v>
                </c:pt>
                <c:pt idx="114">
                  <c:v>58.133</c:v>
                </c:pt>
                <c:pt idx="115">
                  <c:v>60.653</c:v>
                </c:pt>
                <c:pt idx="116">
                  <c:v>61.733</c:v>
                </c:pt>
                <c:pt idx="117">
                  <c:v>63.551</c:v>
                </c:pt>
                <c:pt idx="118">
                  <c:v>61.92</c:v>
                </c:pt>
                <c:pt idx="119">
                  <c:v>64.027</c:v>
                </c:pt>
                <c:pt idx="120">
                  <c:v>63.683</c:v>
                </c:pt>
                <c:pt idx="121">
                  <c:v>66.25</c:v>
                </c:pt>
                <c:pt idx="122">
                  <c:v>65.426</c:v>
                </c:pt>
                <c:pt idx="123">
                  <c:v>67.049</c:v>
                </c:pt>
                <c:pt idx="124">
                  <c:v>69.046</c:v>
                </c:pt>
                <c:pt idx="125">
                  <c:v>71.408</c:v>
                </c:pt>
                <c:pt idx="126">
                  <c:v>71.81</c:v>
                </c:pt>
                <c:pt idx="127">
                  <c:v>71.81</c:v>
                </c:pt>
                <c:pt idx="128">
                  <c:v>74.704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837330973"/>
        <c:axId val="200448589"/>
      </c:lineChart>
      <c:dateAx>
        <c:axId val="837330973"/>
        <c:scaling>
          <c:orientation val="minMax"/>
        </c:scaling>
        <c:delete val="0"/>
        <c:axPos val="b"/>
        <c:numFmt formatCode="m/d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00448589"/>
        <c:crosses val="autoZero"/>
        <c:auto val="1"/>
        <c:lblOffset val="100"/>
        <c:baseTimeUnit val="days"/>
      </c:dateAx>
      <c:valAx>
        <c:axId val="200448589"/>
        <c:scaling>
          <c:orientation val="minMax"/>
          <c:min val="2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37330973"/>
        <c:crosses val="autoZero"/>
        <c:crossBetween val="between"/>
      </c:valAx>
      <c:dateAx>
        <c:axId val="712076600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74510954"/>
        <c:crosses val="autoZero"/>
        <c:auto val="1"/>
        <c:lblAlgn val="ctr"/>
        <c:lblOffset val="100"/>
        <c:baseTimeUnit val="days"/>
      </c:dateAx>
      <c:valAx>
        <c:axId val="574510954"/>
        <c:scaling>
          <c:orientation val="minMax"/>
        </c:scaling>
        <c:delete val="0"/>
        <c:axPos val="r"/>
        <c:numFmt formatCode="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1207660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黄金跨市场操作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70681993245245"/>
          <c:y val="0.233422638981916"/>
          <c:w val="0.931788825028145"/>
          <c:h val="0.653884795713329"/>
        </c:manualLayout>
      </c:layout>
      <c:lineChart>
        <c:grouping val="standard"/>
        <c:varyColors val="0"/>
        <c:ser>
          <c:idx val="1"/>
          <c:order val="0"/>
          <c:tx>
            <c:strRef>
              <c:f>[分析底表.xlsx]Sheet6!$G$3</c:f>
              <c:strCache>
                <c:ptCount val="1"/>
                <c:pt idx="0">
                  <c:v>境内外价差（元）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[分析底表.xlsx]Sheet6!$C$4:$C$259</c:f>
              <c:numCache>
                <c:formatCode>yyyy/m/d</c:formatCode>
                <c:ptCount val="256"/>
                <c:pt idx="0" c:formatCode="yyyy/m/d">
                  <c:v>45702</c:v>
                </c:pt>
                <c:pt idx="1" c:formatCode="yyyy/m/d">
                  <c:v>45703</c:v>
                </c:pt>
                <c:pt idx="2" c:formatCode="yyyy/m/d">
                  <c:v>45704</c:v>
                </c:pt>
                <c:pt idx="3" c:formatCode="yyyy/m/d">
                  <c:v>45705</c:v>
                </c:pt>
                <c:pt idx="4" c:formatCode="yyyy/m/d">
                  <c:v>45706</c:v>
                </c:pt>
                <c:pt idx="5" c:formatCode="yyyy/m/d">
                  <c:v>45707</c:v>
                </c:pt>
                <c:pt idx="6" c:formatCode="yyyy/m/d">
                  <c:v>45708</c:v>
                </c:pt>
                <c:pt idx="7" c:formatCode="yyyy/m/d">
                  <c:v>45709</c:v>
                </c:pt>
                <c:pt idx="8" c:formatCode="yyyy/m/d">
                  <c:v>45710</c:v>
                </c:pt>
                <c:pt idx="9" c:formatCode="yyyy/m/d">
                  <c:v>45711</c:v>
                </c:pt>
                <c:pt idx="10" c:formatCode="yyyy/m/d">
                  <c:v>45712</c:v>
                </c:pt>
                <c:pt idx="11" c:formatCode="yyyy/m/d">
                  <c:v>45713</c:v>
                </c:pt>
                <c:pt idx="12" c:formatCode="yyyy/m/d">
                  <c:v>45714</c:v>
                </c:pt>
                <c:pt idx="13" c:formatCode="yyyy/m/d">
                  <c:v>45715</c:v>
                </c:pt>
                <c:pt idx="14" c:formatCode="yyyy/m/d">
                  <c:v>45716</c:v>
                </c:pt>
                <c:pt idx="15" c:formatCode="yyyy/m/d">
                  <c:v>45717</c:v>
                </c:pt>
                <c:pt idx="16" c:formatCode="yyyy/m/d">
                  <c:v>45718</c:v>
                </c:pt>
                <c:pt idx="17" c:formatCode="yyyy/m/d">
                  <c:v>45719</c:v>
                </c:pt>
                <c:pt idx="18" c:formatCode="yyyy/m/d">
                  <c:v>45720</c:v>
                </c:pt>
                <c:pt idx="19" c:formatCode="yyyy/m/d">
                  <c:v>45721</c:v>
                </c:pt>
                <c:pt idx="20" c:formatCode="yyyy/m/d">
                  <c:v>45722</c:v>
                </c:pt>
                <c:pt idx="21" c:formatCode="yyyy/m/d">
                  <c:v>45723</c:v>
                </c:pt>
                <c:pt idx="22" c:formatCode="yyyy/m/d">
                  <c:v>45724</c:v>
                </c:pt>
                <c:pt idx="23" c:formatCode="yyyy/m/d">
                  <c:v>45725</c:v>
                </c:pt>
                <c:pt idx="24" c:formatCode="yyyy/m/d">
                  <c:v>45726</c:v>
                </c:pt>
                <c:pt idx="25" c:formatCode="yyyy/m/d">
                  <c:v>45727</c:v>
                </c:pt>
                <c:pt idx="26" c:formatCode="yyyy/m/d">
                  <c:v>45728</c:v>
                </c:pt>
                <c:pt idx="27" c:formatCode="yyyy/m/d">
                  <c:v>45729</c:v>
                </c:pt>
                <c:pt idx="28" c:formatCode="yyyy/m/d">
                  <c:v>45730</c:v>
                </c:pt>
                <c:pt idx="29" c:formatCode="yyyy/m/d">
                  <c:v>45731</c:v>
                </c:pt>
                <c:pt idx="30" c:formatCode="yyyy/m/d">
                  <c:v>45732</c:v>
                </c:pt>
                <c:pt idx="31" c:formatCode="yyyy/m/d">
                  <c:v>45733</c:v>
                </c:pt>
                <c:pt idx="32" c:formatCode="yyyy/m/d">
                  <c:v>45734</c:v>
                </c:pt>
                <c:pt idx="33" c:formatCode="yyyy/m/d">
                  <c:v>45735</c:v>
                </c:pt>
                <c:pt idx="34" c:formatCode="yyyy/m/d">
                  <c:v>45736</c:v>
                </c:pt>
                <c:pt idx="35" c:formatCode="yyyy/m/d">
                  <c:v>45737</c:v>
                </c:pt>
                <c:pt idx="36" c:formatCode="yyyy/m/d">
                  <c:v>45738</c:v>
                </c:pt>
                <c:pt idx="37" c:formatCode="yyyy/m/d">
                  <c:v>45739</c:v>
                </c:pt>
                <c:pt idx="38" c:formatCode="yyyy/m/d">
                  <c:v>45740</c:v>
                </c:pt>
                <c:pt idx="39" c:formatCode="yyyy/m/d">
                  <c:v>45741</c:v>
                </c:pt>
                <c:pt idx="40" c:formatCode="yyyy/m/d">
                  <c:v>45742</c:v>
                </c:pt>
                <c:pt idx="41" c:formatCode="yyyy/m/d">
                  <c:v>45743</c:v>
                </c:pt>
                <c:pt idx="42" c:formatCode="yyyy/m/d">
                  <c:v>45744</c:v>
                </c:pt>
                <c:pt idx="43" c:formatCode="yyyy/m/d">
                  <c:v>45745</c:v>
                </c:pt>
                <c:pt idx="44" c:formatCode="yyyy/m/d">
                  <c:v>45746</c:v>
                </c:pt>
                <c:pt idx="45" c:formatCode="yyyy/m/d">
                  <c:v>45747</c:v>
                </c:pt>
                <c:pt idx="46" c:formatCode="yyyy/m/d">
                  <c:v>45748</c:v>
                </c:pt>
                <c:pt idx="47" c:formatCode="yyyy/m/d">
                  <c:v>45749</c:v>
                </c:pt>
                <c:pt idx="48" c:formatCode="yyyy/m/d">
                  <c:v>45750</c:v>
                </c:pt>
                <c:pt idx="49" c:formatCode="yyyy/m/d">
                  <c:v>45751</c:v>
                </c:pt>
                <c:pt idx="50" c:formatCode="yyyy/m/d">
                  <c:v>45752</c:v>
                </c:pt>
                <c:pt idx="51" c:formatCode="yyyy/m/d">
                  <c:v>45753</c:v>
                </c:pt>
                <c:pt idx="52" c:formatCode="yyyy/m/d">
                  <c:v>45754</c:v>
                </c:pt>
                <c:pt idx="53" c:formatCode="yyyy/m/d">
                  <c:v>45755</c:v>
                </c:pt>
                <c:pt idx="54" c:formatCode="yyyy/m/d">
                  <c:v>45756</c:v>
                </c:pt>
                <c:pt idx="55" c:formatCode="yyyy/m/d">
                  <c:v>45757</c:v>
                </c:pt>
                <c:pt idx="56" c:formatCode="yyyy/m/d">
                  <c:v>45758</c:v>
                </c:pt>
                <c:pt idx="57" c:formatCode="yyyy/m/d">
                  <c:v>45759</c:v>
                </c:pt>
                <c:pt idx="58" c:formatCode="yyyy/m/d">
                  <c:v>45760</c:v>
                </c:pt>
                <c:pt idx="59" c:formatCode="yyyy/m/d">
                  <c:v>45761</c:v>
                </c:pt>
                <c:pt idx="60" c:formatCode="yyyy/m/d">
                  <c:v>45762</c:v>
                </c:pt>
                <c:pt idx="61" c:formatCode="yyyy/m/d">
                  <c:v>45763</c:v>
                </c:pt>
                <c:pt idx="62" c:formatCode="yyyy/m/d">
                  <c:v>45764</c:v>
                </c:pt>
                <c:pt idx="63" c:formatCode="yyyy/m/d">
                  <c:v>45765</c:v>
                </c:pt>
                <c:pt idx="64" c:formatCode="yyyy/m/d">
                  <c:v>45766</c:v>
                </c:pt>
                <c:pt idx="65" c:formatCode="yyyy/m/d">
                  <c:v>45767</c:v>
                </c:pt>
                <c:pt idx="66" c:formatCode="yyyy/m/d">
                  <c:v>45768</c:v>
                </c:pt>
                <c:pt idx="67" c:formatCode="yyyy/m/d">
                  <c:v>45769</c:v>
                </c:pt>
                <c:pt idx="68" c:formatCode="yyyy/m/d">
                  <c:v>45770</c:v>
                </c:pt>
                <c:pt idx="69" c:formatCode="yyyy/m/d">
                  <c:v>45771</c:v>
                </c:pt>
                <c:pt idx="70" c:formatCode="yyyy/m/d">
                  <c:v>45772</c:v>
                </c:pt>
                <c:pt idx="71" c:formatCode="yyyy/m/d">
                  <c:v>45773</c:v>
                </c:pt>
                <c:pt idx="72" c:formatCode="yyyy/m/d">
                  <c:v>45774</c:v>
                </c:pt>
                <c:pt idx="73" c:formatCode="yyyy/m/d">
                  <c:v>45775</c:v>
                </c:pt>
                <c:pt idx="74" c:formatCode="yyyy/m/d">
                  <c:v>45776</c:v>
                </c:pt>
                <c:pt idx="75" c:formatCode="yyyy/m/d">
                  <c:v>45777</c:v>
                </c:pt>
                <c:pt idx="76" c:formatCode="yyyy/m/d">
                  <c:v>45778</c:v>
                </c:pt>
                <c:pt idx="77" c:formatCode="yyyy/m/d">
                  <c:v>45779</c:v>
                </c:pt>
                <c:pt idx="78" c:formatCode="yyyy/m/d">
                  <c:v>45780</c:v>
                </c:pt>
                <c:pt idx="79" c:formatCode="yyyy/m/d">
                  <c:v>45781</c:v>
                </c:pt>
                <c:pt idx="80" c:formatCode="yyyy/m/d">
                  <c:v>45782</c:v>
                </c:pt>
                <c:pt idx="81" c:formatCode="yyyy/m/d">
                  <c:v>45783</c:v>
                </c:pt>
                <c:pt idx="82" c:formatCode="yyyy/m/d">
                  <c:v>45784</c:v>
                </c:pt>
                <c:pt idx="83" c:formatCode="yyyy/m/d">
                  <c:v>45785</c:v>
                </c:pt>
                <c:pt idx="84" c:formatCode="yyyy/m/d">
                  <c:v>45786</c:v>
                </c:pt>
                <c:pt idx="85" c:formatCode="yyyy/m/d">
                  <c:v>45787</c:v>
                </c:pt>
                <c:pt idx="86" c:formatCode="yyyy/m/d">
                  <c:v>45788</c:v>
                </c:pt>
                <c:pt idx="87" c:formatCode="yyyy/m/d">
                  <c:v>45789</c:v>
                </c:pt>
                <c:pt idx="88" c:formatCode="yyyy/m/d">
                  <c:v>45790</c:v>
                </c:pt>
                <c:pt idx="89" c:formatCode="yyyy/m/d">
                  <c:v>45791</c:v>
                </c:pt>
                <c:pt idx="90" c:formatCode="yyyy/m/d">
                  <c:v>45792</c:v>
                </c:pt>
                <c:pt idx="91" c:formatCode="yyyy/m/d">
                  <c:v>45793</c:v>
                </c:pt>
                <c:pt idx="92" c:formatCode="yyyy/m/d">
                  <c:v>45794</c:v>
                </c:pt>
                <c:pt idx="93" c:formatCode="yyyy/m/d">
                  <c:v>45795</c:v>
                </c:pt>
                <c:pt idx="94" c:formatCode="yyyy/m/d">
                  <c:v>45796</c:v>
                </c:pt>
                <c:pt idx="95" c:formatCode="yyyy/m/d">
                  <c:v>45797</c:v>
                </c:pt>
                <c:pt idx="96" c:formatCode="yyyy/m/d">
                  <c:v>45798</c:v>
                </c:pt>
                <c:pt idx="97" c:formatCode="yyyy/m/d">
                  <c:v>45799</c:v>
                </c:pt>
                <c:pt idx="98" c:formatCode="yyyy/m/d">
                  <c:v>45800</c:v>
                </c:pt>
                <c:pt idx="99" c:formatCode="yyyy/m/d">
                  <c:v>45801</c:v>
                </c:pt>
                <c:pt idx="100" c:formatCode="yyyy/m/d">
                  <c:v>45802</c:v>
                </c:pt>
                <c:pt idx="101" c:formatCode="yyyy/m/d">
                  <c:v>45803</c:v>
                </c:pt>
                <c:pt idx="102" c:formatCode="yyyy/m/d">
                  <c:v>45804</c:v>
                </c:pt>
                <c:pt idx="103" c:formatCode="yyyy/m/d">
                  <c:v>45805</c:v>
                </c:pt>
                <c:pt idx="104" c:formatCode="yyyy/m/d">
                  <c:v>45806</c:v>
                </c:pt>
                <c:pt idx="105" c:formatCode="yyyy/m/d">
                  <c:v>45807</c:v>
                </c:pt>
                <c:pt idx="106" c:formatCode="yyyy/m/d">
                  <c:v>45808</c:v>
                </c:pt>
                <c:pt idx="107" c:formatCode="yyyy/m/d">
                  <c:v>45809</c:v>
                </c:pt>
                <c:pt idx="108" c:formatCode="yyyy/m/d">
                  <c:v>45810</c:v>
                </c:pt>
                <c:pt idx="109" c:formatCode="yyyy/m/d">
                  <c:v>45811</c:v>
                </c:pt>
                <c:pt idx="110" c:formatCode="yyyy/m/d">
                  <c:v>45812</c:v>
                </c:pt>
                <c:pt idx="111" c:formatCode="yyyy/m/d">
                  <c:v>45813</c:v>
                </c:pt>
                <c:pt idx="112" c:formatCode="yyyy/m/d">
                  <c:v>45814</c:v>
                </c:pt>
                <c:pt idx="113" c:formatCode="yyyy/m/d">
                  <c:v>45815</c:v>
                </c:pt>
                <c:pt idx="114" c:formatCode="yyyy/m/d">
                  <c:v>45816</c:v>
                </c:pt>
                <c:pt idx="115" c:formatCode="yyyy/m/d">
                  <c:v>45817</c:v>
                </c:pt>
                <c:pt idx="116" c:formatCode="yyyy/m/d">
                  <c:v>45818</c:v>
                </c:pt>
                <c:pt idx="117" c:formatCode="yyyy/m/d">
                  <c:v>45819</c:v>
                </c:pt>
                <c:pt idx="118" c:formatCode="yyyy/m/d">
                  <c:v>45820</c:v>
                </c:pt>
                <c:pt idx="119" c:formatCode="yyyy/m/d">
                  <c:v>45821</c:v>
                </c:pt>
                <c:pt idx="120" c:formatCode="yyyy/m/d">
                  <c:v>45822</c:v>
                </c:pt>
                <c:pt idx="121" c:formatCode="yyyy/m/d">
                  <c:v>45823</c:v>
                </c:pt>
                <c:pt idx="122" c:formatCode="yyyy/m/d">
                  <c:v>45824</c:v>
                </c:pt>
                <c:pt idx="123" c:formatCode="yyyy/m/d">
                  <c:v>45825</c:v>
                </c:pt>
                <c:pt idx="124" c:formatCode="yyyy/m/d">
                  <c:v>45826</c:v>
                </c:pt>
                <c:pt idx="125" c:formatCode="yyyy/m/d">
                  <c:v>45827</c:v>
                </c:pt>
                <c:pt idx="126" c:formatCode="yyyy/m/d">
                  <c:v>45828</c:v>
                </c:pt>
                <c:pt idx="127" c:formatCode="yyyy/m/d">
                  <c:v>45829</c:v>
                </c:pt>
                <c:pt idx="128" c:formatCode="yyyy/m/d">
                  <c:v>45830</c:v>
                </c:pt>
                <c:pt idx="129" c:formatCode="yyyy/m/d">
                  <c:v>45831</c:v>
                </c:pt>
                <c:pt idx="130" c:formatCode="yyyy/m/d">
                  <c:v>45832</c:v>
                </c:pt>
                <c:pt idx="131" c:formatCode="yyyy/m/d">
                  <c:v>45833</c:v>
                </c:pt>
                <c:pt idx="132" c:formatCode="yyyy/m/d">
                  <c:v>45834</c:v>
                </c:pt>
                <c:pt idx="133" c:formatCode="yyyy/m/d">
                  <c:v>45835</c:v>
                </c:pt>
                <c:pt idx="134" c:formatCode="yyyy/m/d">
                  <c:v>45836</c:v>
                </c:pt>
                <c:pt idx="135" c:formatCode="yyyy/m/d">
                  <c:v>45837</c:v>
                </c:pt>
                <c:pt idx="136" c:formatCode="yyyy/m/d">
                  <c:v>45838</c:v>
                </c:pt>
                <c:pt idx="137" c:formatCode="yyyy/m/d">
                  <c:v>45839</c:v>
                </c:pt>
                <c:pt idx="138" c:formatCode="yyyy/m/d">
                  <c:v>45840</c:v>
                </c:pt>
                <c:pt idx="139" c:formatCode="yyyy/m/d">
                  <c:v>45841</c:v>
                </c:pt>
                <c:pt idx="140" c:formatCode="yyyy/m/d">
                  <c:v>45842</c:v>
                </c:pt>
                <c:pt idx="141" c:formatCode="yyyy/m/d">
                  <c:v>45843</c:v>
                </c:pt>
                <c:pt idx="142" c:formatCode="yyyy/m/d">
                  <c:v>45844</c:v>
                </c:pt>
                <c:pt idx="143" c:formatCode="yyyy/m/d">
                  <c:v>45845</c:v>
                </c:pt>
                <c:pt idx="144" c:formatCode="yyyy/m/d">
                  <c:v>45846</c:v>
                </c:pt>
                <c:pt idx="145" c:formatCode="yyyy/m/d">
                  <c:v>45847</c:v>
                </c:pt>
                <c:pt idx="146" c:formatCode="yyyy/m/d">
                  <c:v>45848</c:v>
                </c:pt>
                <c:pt idx="147" c:formatCode="yyyy/m/d">
                  <c:v>45849</c:v>
                </c:pt>
                <c:pt idx="148" c:formatCode="yyyy/m/d">
                  <c:v>45850</c:v>
                </c:pt>
                <c:pt idx="149" c:formatCode="yyyy/m/d">
                  <c:v>45851</c:v>
                </c:pt>
                <c:pt idx="150" c:formatCode="yyyy/m/d">
                  <c:v>45852</c:v>
                </c:pt>
                <c:pt idx="151" c:formatCode="yyyy/m/d">
                  <c:v>45853</c:v>
                </c:pt>
                <c:pt idx="152" c:formatCode="yyyy/m/d">
                  <c:v>45854</c:v>
                </c:pt>
                <c:pt idx="153" c:formatCode="yyyy/m/d">
                  <c:v>45855</c:v>
                </c:pt>
                <c:pt idx="154" c:formatCode="yyyy/m/d">
                  <c:v>45856</c:v>
                </c:pt>
                <c:pt idx="155" c:formatCode="yyyy/m/d">
                  <c:v>45857</c:v>
                </c:pt>
                <c:pt idx="156" c:formatCode="yyyy/m/d">
                  <c:v>45858</c:v>
                </c:pt>
                <c:pt idx="157" c:formatCode="yyyy/m/d">
                  <c:v>45859</c:v>
                </c:pt>
                <c:pt idx="158" c:formatCode="yyyy/m/d">
                  <c:v>45860</c:v>
                </c:pt>
                <c:pt idx="159" c:formatCode="yyyy/m/d">
                  <c:v>45861</c:v>
                </c:pt>
                <c:pt idx="160" c:formatCode="yyyy/m/d">
                  <c:v>45862</c:v>
                </c:pt>
                <c:pt idx="161" c:formatCode="yyyy/m/d">
                  <c:v>45863</c:v>
                </c:pt>
                <c:pt idx="162" c:formatCode="yyyy/m/d">
                  <c:v>45864</c:v>
                </c:pt>
                <c:pt idx="163" c:formatCode="yyyy/m/d">
                  <c:v>45865</c:v>
                </c:pt>
                <c:pt idx="164" c:formatCode="yyyy/m/d">
                  <c:v>45866</c:v>
                </c:pt>
                <c:pt idx="165" c:formatCode="yyyy/m/d">
                  <c:v>45867</c:v>
                </c:pt>
                <c:pt idx="166" c:formatCode="yyyy/m/d">
                  <c:v>45868</c:v>
                </c:pt>
                <c:pt idx="167" c:formatCode="yyyy/m/d">
                  <c:v>45869</c:v>
                </c:pt>
                <c:pt idx="168" c:formatCode="yyyy/m/d">
                  <c:v>45870</c:v>
                </c:pt>
                <c:pt idx="169" c:formatCode="yyyy/m/d">
                  <c:v>45871</c:v>
                </c:pt>
                <c:pt idx="170" c:formatCode="yyyy/m/d">
                  <c:v>45872</c:v>
                </c:pt>
                <c:pt idx="171" c:formatCode="yyyy/m/d">
                  <c:v>45873</c:v>
                </c:pt>
                <c:pt idx="172" c:formatCode="yyyy/m/d">
                  <c:v>45874</c:v>
                </c:pt>
                <c:pt idx="173" c:formatCode="yyyy/m/d">
                  <c:v>45875</c:v>
                </c:pt>
                <c:pt idx="174" c:formatCode="yyyy/m/d">
                  <c:v>45876</c:v>
                </c:pt>
                <c:pt idx="175" c:formatCode="yyyy/m/d">
                  <c:v>45877</c:v>
                </c:pt>
                <c:pt idx="176" c:formatCode="yyyy/m/d">
                  <c:v>45878</c:v>
                </c:pt>
                <c:pt idx="177" c:formatCode="yyyy/m/d">
                  <c:v>45879</c:v>
                </c:pt>
                <c:pt idx="178" c:formatCode="yyyy/m/d">
                  <c:v>45880</c:v>
                </c:pt>
                <c:pt idx="179" c:formatCode="yyyy/m/d">
                  <c:v>45881</c:v>
                </c:pt>
                <c:pt idx="180" c:formatCode="yyyy/m/d">
                  <c:v>45882</c:v>
                </c:pt>
                <c:pt idx="181" c:formatCode="yyyy/m/d">
                  <c:v>45883</c:v>
                </c:pt>
                <c:pt idx="182" c:formatCode="yyyy/m/d">
                  <c:v>45884</c:v>
                </c:pt>
                <c:pt idx="183" c:formatCode="yyyy/m/d">
                  <c:v>45885</c:v>
                </c:pt>
                <c:pt idx="184" c:formatCode="yyyy/m/d">
                  <c:v>45886</c:v>
                </c:pt>
                <c:pt idx="185" c:formatCode="yyyy/m/d">
                  <c:v>45887</c:v>
                </c:pt>
                <c:pt idx="186" c:formatCode="yyyy/m/d">
                  <c:v>45888</c:v>
                </c:pt>
                <c:pt idx="187" c:formatCode="yyyy/m/d">
                  <c:v>45889</c:v>
                </c:pt>
                <c:pt idx="188" c:formatCode="yyyy/m/d">
                  <c:v>45890</c:v>
                </c:pt>
                <c:pt idx="189" c:formatCode="yyyy/m/d">
                  <c:v>45891</c:v>
                </c:pt>
                <c:pt idx="190" c:formatCode="yyyy/m/d">
                  <c:v>45892</c:v>
                </c:pt>
                <c:pt idx="191" c:formatCode="yyyy/m/d">
                  <c:v>45893</c:v>
                </c:pt>
                <c:pt idx="192" c:formatCode="yyyy/m/d">
                  <c:v>45894</c:v>
                </c:pt>
                <c:pt idx="193" c:formatCode="yyyy/m/d">
                  <c:v>45895</c:v>
                </c:pt>
                <c:pt idx="194" c:formatCode="yyyy/m/d">
                  <c:v>45896</c:v>
                </c:pt>
                <c:pt idx="195" c:formatCode="yyyy/m/d">
                  <c:v>45897</c:v>
                </c:pt>
                <c:pt idx="196" c:formatCode="yyyy/m/d">
                  <c:v>45898</c:v>
                </c:pt>
                <c:pt idx="197" c:formatCode="yyyy/m/d">
                  <c:v>45899</c:v>
                </c:pt>
                <c:pt idx="198" c:formatCode="yyyy/m/d">
                  <c:v>45900</c:v>
                </c:pt>
                <c:pt idx="199" c:formatCode="yyyy/m/d">
                  <c:v>45901</c:v>
                </c:pt>
                <c:pt idx="200" c:formatCode="yyyy/m/d">
                  <c:v>45902</c:v>
                </c:pt>
                <c:pt idx="201" c:formatCode="yyyy/m/d">
                  <c:v>45903</c:v>
                </c:pt>
                <c:pt idx="202" c:formatCode="yyyy/m/d">
                  <c:v>45904</c:v>
                </c:pt>
                <c:pt idx="203" c:formatCode="yyyy/m/d">
                  <c:v>45905</c:v>
                </c:pt>
                <c:pt idx="204" c:formatCode="yyyy/m/d">
                  <c:v>45906</c:v>
                </c:pt>
                <c:pt idx="205" c:formatCode="yyyy/m/d">
                  <c:v>45907</c:v>
                </c:pt>
                <c:pt idx="206" c:formatCode="yyyy/m/d">
                  <c:v>45908</c:v>
                </c:pt>
                <c:pt idx="207" c:formatCode="yyyy/m/d">
                  <c:v>45909</c:v>
                </c:pt>
                <c:pt idx="208" c:formatCode="yyyy/m/d">
                  <c:v>45910</c:v>
                </c:pt>
                <c:pt idx="209" c:formatCode="yyyy/m/d">
                  <c:v>45911</c:v>
                </c:pt>
                <c:pt idx="210" c:formatCode="yyyy/m/d">
                  <c:v>45912</c:v>
                </c:pt>
                <c:pt idx="211" c:formatCode="yyyy/m/d">
                  <c:v>45913</c:v>
                </c:pt>
                <c:pt idx="212" c:formatCode="yyyy/m/d">
                  <c:v>45914</c:v>
                </c:pt>
                <c:pt idx="213" c:formatCode="yyyy/m/d">
                  <c:v>45915</c:v>
                </c:pt>
                <c:pt idx="214" c:formatCode="yyyy/m/d">
                  <c:v>45916</c:v>
                </c:pt>
                <c:pt idx="215" c:formatCode="yyyy/m/d">
                  <c:v>45917</c:v>
                </c:pt>
                <c:pt idx="216" c:formatCode="yyyy/m/d">
                  <c:v>45918</c:v>
                </c:pt>
                <c:pt idx="217" c:formatCode="yyyy/m/d">
                  <c:v>45919</c:v>
                </c:pt>
                <c:pt idx="218" c:formatCode="yyyy/m/d">
                  <c:v>45920</c:v>
                </c:pt>
                <c:pt idx="219" c:formatCode="yyyy/m/d">
                  <c:v>45921</c:v>
                </c:pt>
                <c:pt idx="220" c:formatCode="yyyy/m/d">
                  <c:v>45922</c:v>
                </c:pt>
                <c:pt idx="221" c:formatCode="yyyy/m/d">
                  <c:v>45923</c:v>
                </c:pt>
                <c:pt idx="222" c:formatCode="yyyy/m/d">
                  <c:v>45924</c:v>
                </c:pt>
                <c:pt idx="223" c:formatCode="yyyy/m/d">
                  <c:v>45925</c:v>
                </c:pt>
                <c:pt idx="224" c:formatCode="yyyy/m/d">
                  <c:v>45926</c:v>
                </c:pt>
                <c:pt idx="225" c:formatCode="yyyy/m/d">
                  <c:v>45927</c:v>
                </c:pt>
                <c:pt idx="226" c:formatCode="yyyy/m/d">
                  <c:v>45928</c:v>
                </c:pt>
                <c:pt idx="227" c:formatCode="yyyy/m/d">
                  <c:v>45929</c:v>
                </c:pt>
                <c:pt idx="228" c:formatCode="yyyy/m/d">
                  <c:v>45930</c:v>
                </c:pt>
                <c:pt idx="229" c:formatCode="yyyy/m/d">
                  <c:v>45931</c:v>
                </c:pt>
                <c:pt idx="230" c:formatCode="yyyy/m/d">
                  <c:v>45932</c:v>
                </c:pt>
                <c:pt idx="231" c:formatCode="yyyy/m/d">
                  <c:v>45933</c:v>
                </c:pt>
                <c:pt idx="232" c:formatCode="yyyy/m/d">
                  <c:v>45934</c:v>
                </c:pt>
                <c:pt idx="233" c:formatCode="yyyy/m/d">
                  <c:v>45935</c:v>
                </c:pt>
                <c:pt idx="234" c:formatCode="yyyy/m/d">
                  <c:v>45936</c:v>
                </c:pt>
                <c:pt idx="235" c:formatCode="yyyy/m/d">
                  <c:v>45937</c:v>
                </c:pt>
                <c:pt idx="236" c:formatCode="yyyy/m/d">
                  <c:v>45938</c:v>
                </c:pt>
                <c:pt idx="237" c:formatCode="yyyy/m/d">
                  <c:v>45939</c:v>
                </c:pt>
                <c:pt idx="238" c:formatCode="yyyy/m/d">
                  <c:v>45940</c:v>
                </c:pt>
                <c:pt idx="239" c:formatCode="yyyy/m/d">
                  <c:v>45941</c:v>
                </c:pt>
                <c:pt idx="240" c:formatCode="yyyy/m/d">
                  <c:v>45942</c:v>
                </c:pt>
                <c:pt idx="241" c:formatCode="yyyy/m/d">
                  <c:v>45943</c:v>
                </c:pt>
                <c:pt idx="242" c:formatCode="yyyy/m/d">
                  <c:v>45944</c:v>
                </c:pt>
                <c:pt idx="243" c:formatCode="yyyy/m/d">
                  <c:v>45945</c:v>
                </c:pt>
                <c:pt idx="244" c:formatCode="yyyy/m/d">
                  <c:v>45946</c:v>
                </c:pt>
                <c:pt idx="245" c:formatCode="yyyy/m/d">
                  <c:v>45947</c:v>
                </c:pt>
                <c:pt idx="246" c:formatCode="yyyy/m/d">
                  <c:v>45948</c:v>
                </c:pt>
                <c:pt idx="247" c:formatCode="yyyy/m/d">
                  <c:v>45949</c:v>
                </c:pt>
                <c:pt idx="248" c:formatCode="yyyy/m/d">
                  <c:v>45950</c:v>
                </c:pt>
                <c:pt idx="249" c:formatCode="yyyy/m/d">
                  <c:v>45951</c:v>
                </c:pt>
                <c:pt idx="250" c:formatCode="yyyy/m/d">
                  <c:v>45952</c:v>
                </c:pt>
                <c:pt idx="251" c:formatCode="yyyy/m/d">
                  <c:v>45953</c:v>
                </c:pt>
                <c:pt idx="252" c:formatCode="yyyy/m/d">
                  <c:v>45954</c:v>
                </c:pt>
                <c:pt idx="253" c:formatCode="yyyy/m/d">
                  <c:v>45955</c:v>
                </c:pt>
                <c:pt idx="254" c:formatCode="yyyy/m/d">
                  <c:v>45956</c:v>
                </c:pt>
              </c:numCache>
            </c:numRef>
          </c:cat>
          <c:val>
            <c:numRef>
              <c:f>[分析底表.xlsx]Sheet6!$G$4:$G$259</c:f>
              <c:numCache>
                <c:formatCode>0_ </c:formatCode>
                <c:ptCount val="256"/>
                <c:pt idx="0">
                  <c:v>-0.477818</c:v>
                </c:pt>
                <c:pt idx="1">
                  <c:v>-0.477818</c:v>
                </c:pt>
                <c:pt idx="2">
                  <c:v>-0.477818</c:v>
                </c:pt>
                <c:pt idx="3">
                  <c:v>0.608442</c:v>
                </c:pt>
                <c:pt idx="4">
                  <c:v>-0.139318</c:v>
                </c:pt>
                <c:pt idx="5">
                  <c:v>-0.049582</c:v>
                </c:pt>
                <c:pt idx="6">
                  <c:v>-0.201306</c:v>
                </c:pt>
                <c:pt idx="7">
                  <c:v>0.081849</c:v>
                </c:pt>
                <c:pt idx="8">
                  <c:v>0.081849</c:v>
                </c:pt>
                <c:pt idx="9">
                  <c:v>0.081849</c:v>
                </c:pt>
                <c:pt idx="10">
                  <c:v>0.350718</c:v>
                </c:pt>
                <c:pt idx="11">
                  <c:v>-0.62013</c:v>
                </c:pt>
                <c:pt idx="12">
                  <c:v>0.072866</c:v>
                </c:pt>
                <c:pt idx="13">
                  <c:v>-0.294823</c:v>
                </c:pt>
                <c:pt idx="14">
                  <c:v>0.33335</c:v>
                </c:pt>
                <c:pt idx="15">
                  <c:v>0.33335</c:v>
                </c:pt>
                <c:pt idx="16">
                  <c:v>0.33335</c:v>
                </c:pt>
                <c:pt idx="17">
                  <c:v>-0.03823</c:v>
                </c:pt>
                <c:pt idx="18">
                  <c:v>-0.344459</c:v>
                </c:pt>
                <c:pt idx="19">
                  <c:v>0.10246</c:v>
                </c:pt>
                <c:pt idx="20">
                  <c:v>-0.025443</c:v>
                </c:pt>
                <c:pt idx="21">
                  <c:v>0.726602</c:v>
                </c:pt>
                <c:pt idx="22">
                  <c:v>0.726602</c:v>
                </c:pt>
                <c:pt idx="23">
                  <c:v>0.726602</c:v>
                </c:pt>
                <c:pt idx="24">
                  <c:v>1.086382</c:v>
                </c:pt>
                <c:pt idx="25">
                  <c:v>0.907954</c:v>
                </c:pt>
                <c:pt idx="26">
                  <c:v>0.815764</c:v>
                </c:pt>
                <c:pt idx="27">
                  <c:v>0.170946</c:v>
                </c:pt>
                <c:pt idx="28">
                  <c:v>-0.751995</c:v>
                </c:pt>
                <c:pt idx="29">
                  <c:v>-0.751995</c:v>
                </c:pt>
                <c:pt idx="30">
                  <c:v>-0.751995</c:v>
                </c:pt>
                <c:pt idx="31">
                  <c:v>-0.009492</c:v>
                </c:pt>
                <c:pt idx="32">
                  <c:v>-0.458455</c:v>
                </c:pt>
                <c:pt idx="33">
                  <c:v>-0.052518</c:v>
                </c:pt>
                <c:pt idx="34">
                  <c:v>0.113672</c:v>
                </c:pt>
                <c:pt idx="35">
                  <c:v>-0.5835</c:v>
                </c:pt>
                <c:pt idx="36">
                  <c:v>-0.5835</c:v>
                </c:pt>
                <c:pt idx="37">
                  <c:v>-0.5835</c:v>
                </c:pt>
                <c:pt idx="38">
                  <c:v>0.154481</c:v>
                </c:pt>
                <c:pt idx="39">
                  <c:v>0.585327</c:v>
                </c:pt>
                <c:pt idx="40">
                  <c:v>0.432187</c:v>
                </c:pt>
                <c:pt idx="41">
                  <c:v>0.790279</c:v>
                </c:pt>
                <c:pt idx="42">
                  <c:v>0.691687</c:v>
                </c:pt>
                <c:pt idx="43">
                  <c:v>0.691687</c:v>
                </c:pt>
                <c:pt idx="44">
                  <c:v>0.691687</c:v>
                </c:pt>
                <c:pt idx="45">
                  <c:v>1.405287</c:v>
                </c:pt>
                <c:pt idx="46">
                  <c:v>2.419853</c:v>
                </c:pt>
                <c:pt idx="47">
                  <c:v>3.963508</c:v>
                </c:pt>
                <c:pt idx="48">
                  <c:v>3.484727</c:v>
                </c:pt>
                <c:pt idx="49">
                  <c:v>3.484727</c:v>
                </c:pt>
                <c:pt idx="50">
                  <c:v>3.484727</c:v>
                </c:pt>
                <c:pt idx="51">
                  <c:v>3.484727</c:v>
                </c:pt>
                <c:pt idx="52">
                  <c:v>4.15927</c:v>
                </c:pt>
                <c:pt idx="53">
                  <c:v>7.58153</c:v>
                </c:pt>
                <c:pt idx="54">
                  <c:v>8.818982</c:v>
                </c:pt>
                <c:pt idx="55">
                  <c:v>5.45658</c:v>
                </c:pt>
                <c:pt idx="56">
                  <c:v>3.639342</c:v>
                </c:pt>
                <c:pt idx="57">
                  <c:v>3.639342</c:v>
                </c:pt>
                <c:pt idx="58">
                  <c:v>3.639342</c:v>
                </c:pt>
                <c:pt idx="59">
                  <c:v>3.856472</c:v>
                </c:pt>
                <c:pt idx="60">
                  <c:v>4.450321</c:v>
                </c:pt>
                <c:pt idx="61">
                  <c:v>4.550732</c:v>
                </c:pt>
                <c:pt idx="62">
                  <c:v>5.669889</c:v>
                </c:pt>
                <c:pt idx="63">
                  <c:v>5.669889</c:v>
                </c:pt>
                <c:pt idx="64">
                  <c:v>5.669889</c:v>
                </c:pt>
                <c:pt idx="65">
                  <c:v>5.669889</c:v>
                </c:pt>
                <c:pt idx="66">
                  <c:v>7.597716</c:v>
                </c:pt>
                <c:pt idx="67">
                  <c:v>11.693118</c:v>
                </c:pt>
                <c:pt idx="68">
                  <c:v>8.352179</c:v>
                </c:pt>
                <c:pt idx="69">
                  <c:v>8.856187</c:v>
                </c:pt>
                <c:pt idx="70">
                  <c:v>11.746432</c:v>
                </c:pt>
                <c:pt idx="71">
                  <c:v>11.746432</c:v>
                </c:pt>
                <c:pt idx="72">
                  <c:v>11.746432</c:v>
                </c:pt>
                <c:pt idx="73">
                  <c:v>7.89664</c:v>
                </c:pt>
                <c:pt idx="74">
                  <c:v>7.415415</c:v>
                </c:pt>
                <c:pt idx="75">
                  <c:v>6.376257</c:v>
                </c:pt>
                <c:pt idx="76">
                  <c:v>6.376257</c:v>
                </c:pt>
                <c:pt idx="77">
                  <c:v>6.376257</c:v>
                </c:pt>
                <c:pt idx="78">
                  <c:v>6.376257</c:v>
                </c:pt>
                <c:pt idx="79">
                  <c:v>6.376257</c:v>
                </c:pt>
                <c:pt idx="80">
                  <c:v>6.376257</c:v>
                </c:pt>
                <c:pt idx="81">
                  <c:v>11.564978</c:v>
                </c:pt>
                <c:pt idx="82">
                  <c:v>11.00434</c:v>
                </c:pt>
                <c:pt idx="83">
                  <c:v>12.10699</c:v>
                </c:pt>
                <c:pt idx="84">
                  <c:v>9.072736</c:v>
                </c:pt>
                <c:pt idx="85">
                  <c:v>9.072736</c:v>
                </c:pt>
                <c:pt idx="86">
                  <c:v>9.072736</c:v>
                </c:pt>
                <c:pt idx="87">
                  <c:v>7.71943</c:v>
                </c:pt>
                <c:pt idx="88">
                  <c:v>9.347601</c:v>
                </c:pt>
                <c:pt idx="89">
                  <c:v>9.668216</c:v>
                </c:pt>
                <c:pt idx="90">
                  <c:v>6.633413</c:v>
                </c:pt>
                <c:pt idx="91">
                  <c:v>3.958726</c:v>
                </c:pt>
                <c:pt idx="92">
                  <c:v>3.958726</c:v>
                </c:pt>
                <c:pt idx="93">
                  <c:v>3.958726</c:v>
                </c:pt>
                <c:pt idx="94">
                  <c:v>4.63413</c:v>
                </c:pt>
                <c:pt idx="95">
                  <c:v>6.173782</c:v>
                </c:pt>
                <c:pt idx="96">
                  <c:v>6.13875</c:v>
                </c:pt>
                <c:pt idx="97">
                  <c:v>6.576737</c:v>
                </c:pt>
                <c:pt idx="98">
                  <c:v>5.571692</c:v>
                </c:pt>
                <c:pt idx="99">
                  <c:v>5.571692</c:v>
                </c:pt>
                <c:pt idx="100">
                  <c:v>5.571692</c:v>
                </c:pt>
                <c:pt idx="101">
                  <c:v>3.97654</c:v>
                </c:pt>
                <c:pt idx="102">
                  <c:v>3.443447</c:v>
                </c:pt>
                <c:pt idx="103">
                  <c:v>3.5909</c:v>
                </c:pt>
                <c:pt idx="104">
                  <c:v>3.800116</c:v>
                </c:pt>
                <c:pt idx="105">
                  <c:v>4.841876</c:v>
                </c:pt>
                <c:pt idx="106">
                  <c:v>4.841876</c:v>
                </c:pt>
                <c:pt idx="107">
                  <c:v>4.841876</c:v>
                </c:pt>
                <c:pt idx="108">
                  <c:v>4.841876</c:v>
                </c:pt>
                <c:pt idx="109">
                  <c:v>2.686425</c:v>
                </c:pt>
                <c:pt idx="110">
                  <c:v>3.306607</c:v>
                </c:pt>
                <c:pt idx="111">
                  <c:v>2.532011</c:v>
                </c:pt>
                <c:pt idx="112">
                  <c:v>3.32452</c:v>
                </c:pt>
                <c:pt idx="113">
                  <c:v>3.32452</c:v>
                </c:pt>
                <c:pt idx="114">
                  <c:v>3.32452</c:v>
                </c:pt>
                <c:pt idx="115">
                  <c:v>3.661966</c:v>
                </c:pt>
                <c:pt idx="116">
                  <c:v>3.428327</c:v>
                </c:pt>
                <c:pt idx="117">
                  <c:v>3.263916</c:v>
                </c:pt>
                <c:pt idx="118">
                  <c:v>2.515739</c:v>
                </c:pt>
                <c:pt idx="119">
                  <c:v>2.303988</c:v>
                </c:pt>
                <c:pt idx="120">
                  <c:v>2.303988</c:v>
                </c:pt>
                <c:pt idx="121">
                  <c:v>2.303988</c:v>
                </c:pt>
                <c:pt idx="122">
                  <c:v>-0.506114</c:v>
                </c:pt>
                <c:pt idx="123">
                  <c:v>-0.114881</c:v>
                </c:pt>
                <c:pt idx="124">
                  <c:v>0.456829</c:v>
                </c:pt>
                <c:pt idx="125">
                  <c:v>2.438546</c:v>
                </c:pt>
                <c:pt idx="126">
                  <c:v>2.790231</c:v>
                </c:pt>
                <c:pt idx="127">
                  <c:v>2.790231</c:v>
                </c:pt>
                <c:pt idx="128">
                  <c:v>2.790231</c:v>
                </c:pt>
                <c:pt idx="129">
                  <c:v>2.372059</c:v>
                </c:pt>
                <c:pt idx="130">
                  <c:v>2.303392</c:v>
                </c:pt>
                <c:pt idx="131">
                  <c:v>2.834309</c:v>
                </c:pt>
                <c:pt idx="132">
                  <c:v>3.06</c:v>
                </c:pt>
                <c:pt idx="133">
                  <c:v>4.286017</c:v>
                </c:pt>
                <c:pt idx="134">
                  <c:v>4.286017</c:v>
                </c:pt>
                <c:pt idx="135">
                  <c:v>4.286017</c:v>
                </c:pt>
                <c:pt idx="136">
                  <c:v>4.555887</c:v>
                </c:pt>
                <c:pt idx="137">
                  <c:v>3.666574</c:v>
                </c:pt>
                <c:pt idx="138">
                  <c:v>3.402375</c:v>
                </c:pt>
                <c:pt idx="139">
                  <c:v>2.98656</c:v>
                </c:pt>
                <c:pt idx="140">
                  <c:v>2.72791</c:v>
                </c:pt>
                <c:pt idx="141">
                  <c:v>2.72791</c:v>
                </c:pt>
                <c:pt idx="142">
                  <c:v>2.72791</c:v>
                </c:pt>
                <c:pt idx="143">
                  <c:v>3.641385</c:v>
                </c:pt>
                <c:pt idx="144">
                  <c:v>2.923187</c:v>
                </c:pt>
                <c:pt idx="145">
                  <c:v>2.94459</c:v>
                </c:pt>
                <c:pt idx="146">
                  <c:v>1.772496</c:v>
                </c:pt>
                <c:pt idx="147">
                  <c:v>0.908346</c:v>
                </c:pt>
                <c:pt idx="148">
                  <c:v>0.908346</c:v>
                </c:pt>
                <c:pt idx="149">
                  <c:v>0.908346</c:v>
                </c:pt>
                <c:pt idx="150">
                  <c:v>0.3716</c:v>
                </c:pt>
                <c:pt idx="151">
                  <c:v>1.155165</c:v>
                </c:pt>
                <c:pt idx="152">
                  <c:v>1.442658</c:v>
                </c:pt>
                <c:pt idx="153">
                  <c:v>2.074135</c:v>
                </c:pt>
                <c:pt idx="154">
                  <c:v>1.307249</c:v>
                </c:pt>
                <c:pt idx="155">
                  <c:v>1.307249</c:v>
                </c:pt>
                <c:pt idx="156">
                  <c:v>1.307249</c:v>
                </c:pt>
                <c:pt idx="157">
                  <c:v>0.394959</c:v>
                </c:pt>
                <c:pt idx="158">
                  <c:v>-0.278772</c:v>
                </c:pt>
                <c:pt idx="159">
                  <c:v>-0.283432</c:v>
                </c:pt>
                <c:pt idx="160">
                  <c:v>-1.704394</c:v>
                </c:pt>
                <c:pt idx="161">
                  <c:v>-0.691395</c:v>
                </c:pt>
                <c:pt idx="162">
                  <c:v>-0.691395</c:v>
                </c:pt>
                <c:pt idx="163">
                  <c:v>-0.691395</c:v>
                </c:pt>
                <c:pt idx="164">
                  <c:v>0.794677</c:v>
                </c:pt>
                <c:pt idx="165">
                  <c:v>1.916572</c:v>
                </c:pt>
                <c:pt idx="166">
                  <c:v>1.911054</c:v>
                </c:pt>
                <c:pt idx="167">
                  <c:v>3.058091</c:v>
                </c:pt>
                <c:pt idx="168">
                  <c:v>3.961243</c:v>
                </c:pt>
                <c:pt idx="169">
                  <c:v>3.961243</c:v>
                </c:pt>
                <c:pt idx="170">
                  <c:v>3.961243</c:v>
                </c:pt>
                <c:pt idx="171">
                  <c:v>1.654444</c:v>
                </c:pt>
                <c:pt idx="172">
                  <c:v>1.009129</c:v>
                </c:pt>
                <c:pt idx="173">
                  <c:v>-0.471491</c:v>
                </c:pt>
                <c:pt idx="174">
                  <c:v>0.084748</c:v>
                </c:pt>
                <c:pt idx="175">
                  <c:v>0.268121</c:v>
                </c:pt>
                <c:pt idx="176">
                  <c:v>0.268121</c:v>
                </c:pt>
                <c:pt idx="177">
                  <c:v>0.268121</c:v>
                </c:pt>
                <c:pt idx="178">
                  <c:v>-1.704212</c:v>
                </c:pt>
                <c:pt idx="179">
                  <c:v>-0.769799</c:v>
                </c:pt>
                <c:pt idx="180">
                  <c:v>-0.627361</c:v>
                </c:pt>
                <c:pt idx="181">
                  <c:v>-0.230423</c:v>
                </c:pt>
                <c:pt idx="182">
                  <c:v>0.456331</c:v>
                </c:pt>
                <c:pt idx="183">
                  <c:v>0.456331</c:v>
                </c:pt>
                <c:pt idx="184">
                  <c:v>0.456331</c:v>
                </c:pt>
                <c:pt idx="185">
                  <c:v>0.777289</c:v>
                </c:pt>
                <c:pt idx="186">
                  <c:v>1.207631</c:v>
                </c:pt>
                <c:pt idx="187">
                  <c:v>1.817636</c:v>
                </c:pt>
                <c:pt idx="188">
                  <c:v>1.799316</c:v>
                </c:pt>
                <c:pt idx="189">
                  <c:v>1.625472</c:v>
                </c:pt>
                <c:pt idx="190">
                  <c:v>1.625472</c:v>
                </c:pt>
                <c:pt idx="191">
                  <c:v>1.625472</c:v>
                </c:pt>
                <c:pt idx="192">
                  <c:v>1.227584</c:v>
                </c:pt>
                <c:pt idx="193">
                  <c:v>0.784477</c:v>
                </c:pt>
                <c:pt idx="194">
                  <c:v>0.696717</c:v>
                </c:pt>
                <c:pt idx="195">
                  <c:v>0.539473</c:v>
                </c:pt>
                <c:pt idx="196">
                  <c:v>-0.049588</c:v>
                </c:pt>
                <c:pt idx="197">
                  <c:v>-0.049588</c:v>
                </c:pt>
                <c:pt idx="198">
                  <c:v>-0.049588</c:v>
                </c:pt>
                <c:pt idx="199">
                  <c:v>-1.613134</c:v>
                </c:pt>
                <c:pt idx="200">
                  <c:v>-0.556583</c:v>
                </c:pt>
                <c:pt idx="201">
                  <c:v>-1.879577</c:v>
                </c:pt>
                <c:pt idx="202">
                  <c:v>-3.055668</c:v>
                </c:pt>
                <c:pt idx="203">
                  <c:v>-3.451139</c:v>
                </c:pt>
                <c:pt idx="204">
                  <c:v>-3.451139</c:v>
                </c:pt>
                <c:pt idx="205">
                  <c:v>-3.451139</c:v>
                </c:pt>
                <c:pt idx="206">
                  <c:v>-5.690177</c:v>
                </c:pt>
                <c:pt idx="207">
                  <c:v>-4.461131</c:v>
                </c:pt>
                <c:pt idx="208">
                  <c:v>-4.588843</c:v>
                </c:pt>
                <c:pt idx="209">
                  <c:v>-4.307126</c:v>
                </c:pt>
                <c:pt idx="210">
                  <c:v>-5.135758</c:v>
                </c:pt>
                <c:pt idx="211">
                  <c:v>-5.135758</c:v>
                </c:pt>
                <c:pt idx="212">
                  <c:v>-5.135758</c:v>
                </c:pt>
                <c:pt idx="213">
                  <c:v>-5.123305</c:v>
                </c:pt>
                <c:pt idx="214">
                  <c:v>-6.5386</c:v>
                </c:pt>
                <c:pt idx="215">
                  <c:v>-7.123991</c:v>
                </c:pt>
                <c:pt idx="216">
                  <c:v>-8.770112</c:v>
                </c:pt>
                <c:pt idx="217">
                  <c:v>-8.577923</c:v>
                </c:pt>
                <c:pt idx="218">
                  <c:v>-8.577923</c:v>
                </c:pt>
                <c:pt idx="219">
                  <c:v>-8.577923</c:v>
                </c:pt>
                <c:pt idx="220">
                  <c:v>-9.226328</c:v>
                </c:pt>
                <c:pt idx="221">
                  <c:v>-8.638828</c:v>
                </c:pt>
                <c:pt idx="222">
                  <c:v>-8.272489</c:v>
                </c:pt>
                <c:pt idx="223">
                  <c:v>-6.851344</c:v>
                </c:pt>
                <c:pt idx="224">
                  <c:v>-6.688916</c:v>
                </c:pt>
                <c:pt idx="225">
                  <c:v>-6.688916</c:v>
                </c:pt>
                <c:pt idx="226">
                  <c:v>-6.688916</c:v>
                </c:pt>
                <c:pt idx="227">
                  <c:v>-10.999092</c:v>
                </c:pt>
                <c:pt idx="228">
                  <c:v>-11.180918</c:v>
                </c:pt>
                <c:pt idx="229">
                  <c:v>-11.180918</c:v>
                </c:pt>
                <c:pt idx="230">
                  <c:v>-11.180918</c:v>
                </c:pt>
                <c:pt idx="231">
                  <c:v>-11.180918</c:v>
                </c:pt>
                <c:pt idx="232">
                  <c:v>-11.180918</c:v>
                </c:pt>
                <c:pt idx="233">
                  <c:v>-11.180918</c:v>
                </c:pt>
                <c:pt idx="234">
                  <c:v>-11.180918</c:v>
                </c:pt>
                <c:pt idx="235">
                  <c:v>-11.180918</c:v>
                </c:pt>
                <c:pt idx="236">
                  <c:v>-11.180918</c:v>
                </c:pt>
                <c:pt idx="237">
                  <c:v>-12.214829</c:v>
                </c:pt>
                <c:pt idx="238">
                  <c:v>-10.590423</c:v>
                </c:pt>
                <c:pt idx="239">
                  <c:v>-10.590423</c:v>
                </c:pt>
                <c:pt idx="240">
                  <c:v>-10.590423</c:v>
                </c:pt>
                <c:pt idx="241">
                  <c:v>-8.434986</c:v>
                </c:pt>
                <c:pt idx="242">
                  <c:v>-9.712293</c:v>
                </c:pt>
                <c:pt idx="243">
                  <c:v>-4.663298</c:v>
                </c:pt>
                <c:pt idx="244">
                  <c:v>-2.530996</c:v>
                </c:pt>
                <c:pt idx="245">
                  <c:v>-2.315536</c:v>
                </c:pt>
                <c:pt idx="246">
                  <c:v>-2.315536</c:v>
                </c:pt>
                <c:pt idx="247">
                  <c:v>-2.315536</c:v>
                </c:pt>
                <c:pt idx="248">
                  <c:v>-1.358326</c:v>
                </c:pt>
                <c:pt idx="249">
                  <c:v>-2.941161</c:v>
                </c:pt>
                <c:pt idx="250">
                  <c:v>-1.829296</c:v>
                </c:pt>
                <c:pt idx="251">
                  <c:v>-1.338145</c:v>
                </c:pt>
                <c:pt idx="252">
                  <c:v>-0.830427</c:v>
                </c:pt>
                <c:pt idx="253">
                  <c:v>-0.830427</c:v>
                </c:pt>
                <c:pt idx="254">
                  <c:v>-0.830427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864257002"/>
        <c:axId val="938562022"/>
      </c:lineChart>
      <c:dateAx>
        <c:axId val="864257002"/>
        <c:scaling>
          <c:orientation val="minMax"/>
        </c:scaling>
        <c:delete val="0"/>
        <c:axPos val="b"/>
        <c:numFmt formatCode="m/d;@" sourceLinked="0"/>
        <c:majorTickMark val="out"/>
        <c:minorTickMark val="cross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38562022"/>
        <c:crosses val="autoZero"/>
        <c:auto val="1"/>
        <c:lblOffset val="100"/>
        <c:baseTimeUnit val="days"/>
      </c:dateAx>
      <c:valAx>
        <c:axId val="93856202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6425700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白银跨市场操作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'[分析底表.xlsx]file (2)'!$D$1</c:f>
              <c:strCache>
                <c:ptCount val="1"/>
                <c:pt idx="0">
                  <c:v>开盘价(元)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'[分析底表.xlsx]file (2)'!$C$33:$C$257</c:f>
              <c:numCache>
                <c:ptCount val="0"/>
              </c:numCache>
            </c:numRef>
          </c:cat>
          <c:val>
            <c:numRef>
              <c:f>'[分析底表.xlsx]file (2)'!$D$33:$D$257</c:f>
            </c:numRef>
          </c:val>
        </c:ser>
        <c:ser>
          <c:idx val="1"/>
          <c:order val="1"/>
          <c:tx>
            <c:strRef>
              <c:f>'[分析底表.xlsx]file (2)'!$E$1</c:f>
              <c:strCache>
                <c:ptCount val="1"/>
                <c:pt idx="0">
                  <c:v>最高价(元)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'[分析底表.xlsx]file (2)'!$C$33:$C$257</c:f>
              <c:numCache>
                <c:ptCount val="0"/>
              </c:numCache>
            </c:numRef>
          </c:cat>
          <c:val>
            <c:numRef>
              <c:f>'[分析底表.xlsx]file (2)'!$E$33:$E$257</c:f>
            </c:numRef>
          </c:val>
        </c:ser>
        <c:ser>
          <c:idx val="2"/>
          <c:order val="2"/>
          <c:tx>
            <c:strRef>
              <c:f>'[分析底表.xlsx]file (2)'!$F$1</c:f>
              <c:strCache>
                <c:ptCount val="1"/>
                <c:pt idx="0">
                  <c:v>最低价(元)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'[分析底表.xlsx]file (2)'!$C$33:$C$257</c:f>
              <c:numCache>
                <c:ptCount val="0"/>
              </c:numCache>
            </c:numRef>
          </c:cat>
          <c:val>
            <c:numRef>
              <c:f>'[分析底表.xlsx]file (2)'!$F$33:$F$257</c:f>
            </c:numRef>
          </c:val>
        </c:ser>
        <c:ser>
          <c:idx val="3"/>
          <c:order val="3"/>
          <c:tx>
            <c:strRef>
              <c:f>'[分析底表.xlsx]file (2)'!$G$1</c:f>
              <c:strCache>
                <c:ptCount val="1"/>
                <c:pt idx="0">
                  <c:v>收盘价(元)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'[分析底表.xlsx]file (2)'!$C$33:$C$257</c:f>
              <c:numCache>
                <c:ptCount val="0"/>
              </c:numCache>
            </c:numRef>
          </c:cat>
          <c:val>
            <c:numRef>
              <c:f>'[分析底表.xlsx]file (2)'!$G$33:$G$257</c:f>
            </c:numRef>
          </c:val>
        </c:ser>
        <c:ser>
          <c:idx val="4"/>
          <c:order val="4"/>
          <c:tx>
            <c:strRef>
              <c:f>'[分析底表.xlsx]file (2)'!$H$1</c:f>
              <c:strCache>
                <c:ptCount val="1"/>
                <c:pt idx="0">
                  <c:v>涨跌幅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'[分析底表.xlsx]file (2)'!$C$33:$C$257</c:f>
              <c:numCache>
                <c:ptCount val="0"/>
              </c:numCache>
            </c:numRef>
          </c:cat>
          <c:val>
            <c:numRef>
              <c:f>'[分析底表.xlsx]file (2)'!$H$33:$H$257</c:f>
            </c:numRef>
          </c:val>
        </c:ser>
        <c:ser>
          <c:idx val="5"/>
          <c:order val="5"/>
          <c:tx>
            <c:strRef>
              <c:f>'[分析底表.xlsx]file (2)'!$I$1</c:f>
              <c:strCache>
                <c:ptCount val="1"/>
                <c:pt idx="0">
                  <c:v>成交额(百万)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'[分析底表.xlsx]file (2)'!$C$33:$C$257</c:f>
              <c:numCache>
                <c:ptCount val="0"/>
              </c:numCache>
            </c:numRef>
          </c:cat>
          <c:val>
            <c:numRef>
              <c:f>'[分析底表.xlsx]file (2)'!$I$33:$I$257</c:f>
            </c:numRef>
          </c:val>
        </c:ser>
        <c:ser>
          <c:idx val="6"/>
          <c:order val="6"/>
          <c:tx>
            <c:strRef>
              <c:f>'[分析底表.xlsx]file (2)'!$J$1</c:f>
              <c:strCache>
                <c:ptCount val="1"/>
                <c:pt idx="0">
                  <c:v>成交量(股)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'[分析底表.xlsx]file (2)'!$C$33:$C$257</c:f>
              <c:numCache>
                <c:ptCount val="0"/>
              </c:numCache>
            </c:numRef>
          </c:cat>
          <c:val>
            <c:numRef>
              <c:f>'[分析底表.xlsx]file (2)'!$J$33:$J$257</c:f>
            </c:numRef>
          </c:val>
        </c:ser>
        <c:ser>
          <c:idx val="7"/>
          <c:order val="7"/>
          <c:tx>
            <c:strRef>
              <c:f>'[分析底表.xlsx]file (2)'!$K$1</c:f>
              <c:strCache>
                <c:ptCount val="1"/>
                <c:pt idx="0">
                  <c:v>持仓（美元）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'[分析底表.xlsx]file (2)'!$C$33:$C$257</c:f>
              <c:numCache>
                <c:ptCount val="0"/>
              </c:numCache>
            </c:numRef>
          </c:cat>
          <c:val>
            <c:numRef>
              <c:f>'[分析底表.xlsx]file (2)'!$K$33:$K$257</c:f>
            </c:numRef>
          </c:val>
        </c:ser>
        <c:ser>
          <c:idx val="8"/>
          <c:order val="8"/>
          <c:tx>
            <c:strRef>
              <c:f>'[分析底表.xlsx]file (2)'!$L$1</c:f>
              <c:strCache>
                <c:ptCount val="1"/>
                <c:pt idx="0">
                  <c:v>持仓（千盎司）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'[分析底表.xlsx]file (2)'!$C$33:$C$257</c:f>
              <c:numCache>
                <c:ptCount val="0"/>
              </c:numCache>
            </c:numRef>
          </c:cat>
          <c:val>
            <c:numRef>
              <c:f>'[分析底表.xlsx]file (2)'!$L$33:$L$257</c:f>
            </c:numRef>
          </c:val>
        </c:ser>
        <c:ser>
          <c:idx val="9"/>
          <c:order val="9"/>
          <c:tx>
            <c:strRef>
              <c:f>'[分析底表.xlsx]file (2)'!$M$1</c:f>
              <c:strCache>
                <c:ptCount val="1"/>
                <c:pt idx="0">
                  <c:v>境内外价差敞口（美元）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'[分析底表.xlsx]file (2)'!$C$33:$C$257</c:f>
              <c:numCache>
                <c:ptCount val="0"/>
              </c:numCache>
            </c:numRef>
          </c:cat>
          <c:val>
            <c:numRef>
              <c:f>'[分析底表.xlsx]file (2)'!$M$33:$M$257</c:f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7"/>
        <c:overlap val="0"/>
        <c:axId val="999972298"/>
        <c:axId val="465447642"/>
      </c:barChart>
      <c:lineChart>
        <c:grouping val="standard"/>
        <c:varyColors val="0"/>
        <c:ser>
          <c:idx val="11"/>
          <c:order val="10"/>
          <c:tx>
            <c:strRef>
              <c:f>'[分析底表.xlsx]file (2)'!$O$1</c:f>
              <c:strCache>
                <c:ptCount val="1"/>
                <c:pt idx="0">
                  <c:v>价差（元/千克）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'[分析底表.xlsx]file (2)'!$C$33:$C$257</c:f>
              <c:numCache>
                <c:formatCode>yyyy\-mm\-dd</c:formatCode>
                <c:ptCount val="225"/>
                <c:pt idx="0" c:formatCode="yyyy\-mm\-dd">
                  <c:v>45702</c:v>
                </c:pt>
                <c:pt idx="1" c:formatCode="yyyy\-mm\-dd">
                  <c:v>45705</c:v>
                </c:pt>
                <c:pt idx="2" c:formatCode="yyyy\-mm\-dd">
                  <c:v>45706</c:v>
                </c:pt>
                <c:pt idx="3" c:formatCode="yyyy\-mm\-dd">
                  <c:v>45707</c:v>
                </c:pt>
                <c:pt idx="4" c:formatCode="yyyy\-mm\-dd">
                  <c:v>45708</c:v>
                </c:pt>
                <c:pt idx="5" c:formatCode="yyyy\-mm\-dd">
                  <c:v>45709</c:v>
                </c:pt>
                <c:pt idx="6" c:formatCode="yyyy\-mm\-dd">
                  <c:v>45712</c:v>
                </c:pt>
                <c:pt idx="7" c:formatCode="yyyy\-mm\-dd">
                  <c:v>45713</c:v>
                </c:pt>
                <c:pt idx="8" c:formatCode="yyyy\-mm\-dd">
                  <c:v>45714</c:v>
                </c:pt>
                <c:pt idx="9" c:formatCode="yyyy\-mm\-dd">
                  <c:v>45715</c:v>
                </c:pt>
                <c:pt idx="10" c:formatCode="yyyy\-mm\-dd">
                  <c:v>45716</c:v>
                </c:pt>
                <c:pt idx="11" c:formatCode="yyyy\-mm\-dd">
                  <c:v>45719</c:v>
                </c:pt>
                <c:pt idx="12" c:formatCode="yyyy\-mm\-dd">
                  <c:v>45720</c:v>
                </c:pt>
                <c:pt idx="13" c:formatCode="yyyy\-mm\-dd">
                  <c:v>45721</c:v>
                </c:pt>
                <c:pt idx="14" c:formatCode="yyyy\-mm\-dd">
                  <c:v>45722</c:v>
                </c:pt>
                <c:pt idx="15" c:formatCode="yyyy\-mm\-dd">
                  <c:v>45723</c:v>
                </c:pt>
                <c:pt idx="16" c:formatCode="yyyy\-mm\-dd">
                  <c:v>45726</c:v>
                </c:pt>
                <c:pt idx="17" c:formatCode="yyyy\-mm\-dd">
                  <c:v>45727</c:v>
                </c:pt>
                <c:pt idx="18" c:formatCode="yyyy\-mm\-dd">
                  <c:v>45728</c:v>
                </c:pt>
                <c:pt idx="19" c:formatCode="yyyy\-mm\-dd">
                  <c:v>45729</c:v>
                </c:pt>
                <c:pt idx="20" c:formatCode="yyyy\-mm\-dd">
                  <c:v>45730</c:v>
                </c:pt>
                <c:pt idx="21" c:formatCode="yyyy\-mm\-dd">
                  <c:v>45733</c:v>
                </c:pt>
                <c:pt idx="22" c:formatCode="yyyy\-mm\-dd">
                  <c:v>45734</c:v>
                </c:pt>
                <c:pt idx="23" c:formatCode="yyyy\-mm\-dd">
                  <c:v>45735</c:v>
                </c:pt>
                <c:pt idx="24" c:formatCode="yyyy\-mm\-dd">
                  <c:v>45736</c:v>
                </c:pt>
                <c:pt idx="25" c:formatCode="yyyy\-mm\-dd">
                  <c:v>45737</c:v>
                </c:pt>
                <c:pt idx="26" c:formatCode="yyyy\-mm\-dd">
                  <c:v>45740</c:v>
                </c:pt>
                <c:pt idx="27" c:formatCode="yyyy\-mm\-dd">
                  <c:v>45741</c:v>
                </c:pt>
                <c:pt idx="28" c:formatCode="yyyy\-mm\-dd">
                  <c:v>45742</c:v>
                </c:pt>
                <c:pt idx="29" c:formatCode="yyyy\-mm\-dd">
                  <c:v>45743</c:v>
                </c:pt>
                <c:pt idx="30" c:formatCode="yyyy\-mm\-dd">
                  <c:v>45744</c:v>
                </c:pt>
                <c:pt idx="31" c:formatCode="yyyy\-mm\-dd">
                  <c:v>45747</c:v>
                </c:pt>
                <c:pt idx="32" c:formatCode="yyyy\-mm\-dd">
                  <c:v>45748</c:v>
                </c:pt>
                <c:pt idx="33" c:formatCode="yyyy\-mm\-dd">
                  <c:v>45749</c:v>
                </c:pt>
                <c:pt idx="34" c:formatCode="yyyy\-mm\-dd">
                  <c:v>45750</c:v>
                </c:pt>
                <c:pt idx="35" c:formatCode="yyyy\-mm\-dd">
                  <c:v>45751</c:v>
                </c:pt>
                <c:pt idx="36" c:formatCode="yyyy\-mm\-dd">
                  <c:v>45754</c:v>
                </c:pt>
                <c:pt idx="37" c:formatCode="yyyy\-mm\-dd">
                  <c:v>45755</c:v>
                </c:pt>
                <c:pt idx="38" c:formatCode="yyyy\-mm\-dd">
                  <c:v>45756</c:v>
                </c:pt>
                <c:pt idx="39" c:formatCode="yyyy\-mm\-dd">
                  <c:v>45757</c:v>
                </c:pt>
                <c:pt idx="40" c:formatCode="yyyy\-mm\-dd">
                  <c:v>45758</c:v>
                </c:pt>
                <c:pt idx="41" c:formatCode="yyyy\-mm\-dd">
                  <c:v>45761</c:v>
                </c:pt>
                <c:pt idx="42" c:formatCode="yyyy\-mm\-dd">
                  <c:v>45762</c:v>
                </c:pt>
                <c:pt idx="43" c:formatCode="yyyy\-mm\-dd">
                  <c:v>45763</c:v>
                </c:pt>
                <c:pt idx="44" c:formatCode="yyyy\-mm\-dd">
                  <c:v>45764</c:v>
                </c:pt>
                <c:pt idx="45" c:formatCode="yyyy\-mm\-dd">
                  <c:v>45768</c:v>
                </c:pt>
                <c:pt idx="46" c:formatCode="yyyy\-mm\-dd">
                  <c:v>45769</c:v>
                </c:pt>
                <c:pt idx="47" c:formatCode="yyyy\-mm\-dd">
                  <c:v>45770</c:v>
                </c:pt>
                <c:pt idx="48" c:formatCode="yyyy\-mm\-dd">
                  <c:v>45771</c:v>
                </c:pt>
                <c:pt idx="49" c:formatCode="yyyy\-mm\-dd">
                  <c:v>45772</c:v>
                </c:pt>
                <c:pt idx="50" c:formatCode="yyyy\-mm\-dd">
                  <c:v>45775</c:v>
                </c:pt>
                <c:pt idx="51" c:formatCode="yyyy\-mm\-dd">
                  <c:v>45776</c:v>
                </c:pt>
                <c:pt idx="52" c:formatCode="yyyy\-mm\-dd">
                  <c:v>45777</c:v>
                </c:pt>
                <c:pt idx="53" c:formatCode="yyyy\-mm\-dd">
                  <c:v>45778</c:v>
                </c:pt>
                <c:pt idx="54" c:formatCode="yyyy\-mm\-dd">
                  <c:v>45779</c:v>
                </c:pt>
                <c:pt idx="55" c:formatCode="yyyy\-mm\-dd">
                  <c:v>45782</c:v>
                </c:pt>
                <c:pt idx="56" c:formatCode="yyyy\-mm\-dd">
                  <c:v>45783</c:v>
                </c:pt>
                <c:pt idx="57" c:formatCode="yyyy\-mm\-dd">
                  <c:v>45784</c:v>
                </c:pt>
                <c:pt idx="58" c:formatCode="yyyy\-mm\-dd">
                  <c:v>45785</c:v>
                </c:pt>
                <c:pt idx="59" c:formatCode="yyyy\-mm\-dd">
                  <c:v>45786</c:v>
                </c:pt>
                <c:pt idx="60" c:formatCode="yyyy\-mm\-dd">
                  <c:v>45789</c:v>
                </c:pt>
                <c:pt idx="61" c:formatCode="yyyy\-mm\-dd">
                  <c:v>45790</c:v>
                </c:pt>
                <c:pt idx="62" c:formatCode="yyyy\-mm\-dd">
                  <c:v>45791</c:v>
                </c:pt>
                <c:pt idx="63" c:formatCode="yyyy\-mm\-dd">
                  <c:v>45792</c:v>
                </c:pt>
                <c:pt idx="64" c:formatCode="yyyy\-mm\-dd">
                  <c:v>45793</c:v>
                </c:pt>
                <c:pt idx="65" c:formatCode="yyyy\-mm\-dd">
                  <c:v>45796</c:v>
                </c:pt>
                <c:pt idx="66" c:formatCode="yyyy\-mm\-dd">
                  <c:v>45797</c:v>
                </c:pt>
                <c:pt idx="67" c:formatCode="yyyy\-mm\-dd">
                  <c:v>45798</c:v>
                </c:pt>
                <c:pt idx="68" c:formatCode="yyyy\-mm\-dd">
                  <c:v>45799</c:v>
                </c:pt>
                <c:pt idx="69" c:formatCode="yyyy\-mm\-dd">
                  <c:v>45800</c:v>
                </c:pt>
                <c:pt idx="70" c:formatCode="yyyy\-mm\-dd">
                  <c:v>45803</c:v>
                </c:pt>
                <c:pt idx="71" c:formatCode="yyyy\-mm\-dd">
                  <c:v>45804</c:v>
                </c:pt>
                <c:pt idx="72" c:formatCode="yyyy\-mm\-dd">
                  <c:v>45805</c:v>
                </c:pt>
                <c:pt idx="73" c:formatCode="yyyy\-mm\-dd">
                  <c:v>45806</c:v>
                </c:pt>
                <c:pt idx="74" c:formatCode="yyyy\-mm\-dd">
                  <c:v>45807</c:v>
                </c:pt>
                <c:pt idx="75" c:formatCode="yyyy\-mm\-dd">
                  <c:v>45810</c:v>
                </c:pt>
                <c:pt idx="76" c:formatCode="yyyy\-mm\-dd">
                  <c:v>45811</c:v>
                </c:pt>
                <c:pt idx="77" c:formatCode="yyyy\-mm\-dd">
                  <c:v>45812</c:v>
                </c:pt>
                <c:pt idx="78" c:formatCode="yyyy\-mm\-dd">
                  <c:v>45813</c:v>
                </c:pt>
                <c:pt idx="79" c:formatCode="yyyy\-mm\-dd">
                  <c:v>45814</c:v>
                </c:pt>
                <c:pt idx="80" c:formatCode="yyyy\-mm\-dd">
                  <c:v>45817</c:v>
                </c:pt>
                <c:pt idx="81" c:formatCode="yyyy\-mm\-dd">
                  <c:v>45818</c:v>
                </c:pt>
                <c:pt idx="82" c:formatCode="yyyy\-mm\-dd">
                  <c:v>45819</c:v>
                </c:pt>
                <c:pt idx="83" c:formatCode="yyyy\-mm\-dd">
                  <c:v>45820</c:v>
                </c:pt>
                <c:pt idx="84" c:formatCode="yyyy\-mm\-dd">
                  <c:v>45821</c:v>
                </c:pt>
                <c:pt idx="85" c:formatCode="yyyy\-mm\-dd">
                  <c:v>45824</c:v>
                </c:pt>
                <c:pt idx="86" c:formatCode="yyyy\-mm\-dd">
                  <c:v>45825</c:v>
                </c:pt>
                <c:pt idx="87" c:formatCode="yyyy\-mm\-dd">
                  <c:v>45826</c:v>
                </c:pt>
                <c:pt idx="88" c:formatCode="yyyy\-mm\-dd">
                  <c:v>45827</c:v>
                </c:pt>
                <c:pt idx="89" c:formatCode="yyyy\-mm\-dd">
                  <c:v>45828</c:v>
                </c:pt>
                <c:pt idx="90" c:formatCode="yyyy\-mm\-dd">
                  <c:v>45831</c:v>
                </c:pt>
                <c:pt idx="91" c:formatCode="yyyy\-mm\-dd">
                  <c:v>45832</c:v>
                </c:pt>
                <c:pt idx="92" c:formatCode="yyyy\-mm\-dd">
                  <c:v>45833</c:v>
                </c:pt>
                <c:pt idx="93" c:formatCode="yyyy\-mm\-dd">
                  <c:v>45834</c:v>
                </c:pt>
                <c:pt idx="94" c:formatCode="yyyy\-mm\-dd">
                  <c:v>45835</c:v>
                </c:pt>
                <c:pt idx="95" c:formatCode="yyyy\-mm\-dd">
                  <c:v>45838</c:v>
                </c:pt>
                <c:pt idx="96" c:formatCode="yyyy\-mm\-dd">
                  <c:v>45839</c:v>
                </c:pt>
                <c:pt idx="97" c:formatCode="yyyy\-mm\-dd">
                  <c:v>45840</c:v>
                </c:pt>
                <c:pt idx="98" c:formatCode="yyyy\-mm\-dd">
                  <c:v>45841</c:v>
                </c:pt>
                <c:pt idx="99" c:formatCode="yyyy\-mm\-dd">
                  <c:v>45842</c:v>
                </c:pt>
                <c:pt idx="100" c:formatCode="yyyy\-mm\-dd">
                  <c:v>45845</c:v>
                </c:pt>
                <c:pt idx="101" c:formatCode="yyyy\-mm\-dd">
                  <c:v>45846</c:v>
                </c:pt>
                <c:pt idx="102" c:formatCode="yyyy\-mm\-dd">
                  <c:v>45847</c:v>
                </c:pt>
                <c:pt idx="103" c:formatCode="yyyy\-mm\-dd">
                  <c:v>45848</c:v>
                </c:pt>
                <c:pt idx="104" c:formatCode="yyyy\-mm\-dd">
                  <c:v>45849</c:v>
                </c:pt>
                <c:pt idx="105" c:formatCode="yyyy\-mm\-dd">
                  <c:v>45852</c:v>
                </c:pt>
                <c:pt idx="106" c:formatCode="yyyy\-mm\-dd">
                  <c:v>45853</c:v>
                </c:pt>
                <c:pt idx="107" c:formatCode="yyyy\-mm\-dd">
                  <c:v>45854</c:v>
                </c:pt>
                <c:pt idx="108" c:formatCode="yyyy\-mm\-dd">
                  <c:v>45855</c:v>
                </c:pt>
                <c:pt idx="109" c:formatCode="yyyy\-mm\-dd">
                  <c:v>45856</c:v>
                </c:pt>
                <c:pt idx="110" c:formatCode="yyyy\-mm\-dd">
                  <c:v>45859</c:v>
                </c:pt>
                <c:pt idx="111" c:formatCode="yyyy\-mm\-dd">
                  <c:v>45860</c:v>
                </c:pt>
                <c:pt idx="112" c:formatCode="yyyy\-mm\-dd">
                  <c:v>45861</c:v>
                </c:pt>
                <c:pt idx="113" c:formatCode="yyyy\-mm\-dd">
                  <c:v>45862</c:v>
                </c:pt>
                <c:pt idx="114" c:formatCode="yyyy\-mm\-dd">
                  <c:v>45863</c:v>
                </c:pt>
                <c:pt idx="115" c:formatCode="yyyy\-mm\-dd">
                  <c:v>45866</c:v>
                </c:pt>
                <c:pt idx="116" c:formatCode="yyyy\-mm\-dd">
                  <c:v>45867</c:v>
                </c:pt>
                <c:pt idx="117" c:formatCode="yyyy\-mm\-dd">
                  <c:v>45868</c:v>
                </c:pt>
                <c:pt idx="118" c:formatCode="yyyy\-mm\-dd">
                  <c:v>45869</c:v>
                </c:pt>
                <c:pt idx="119" c:formatCode="yyyy\-mm\-dd">
                  <c:v>45870</c:v>
                </c:pt>
                <c:pt idx="120" c:formatCode="yyyy\-mm\-dd">
                  <c:v>45873</c:v>
                </c:pt>
                <c:pt idx="121" c:formatCode="yyyy\-mm\-dd">
                  <c:v>45874</c:v>
                </c:pt>
                <c:pt idx="122" c:formatCode="yyyy\-mm\-dd">
                  <c:v>45875</c:v>
                </c:pt>
                <c:pt idx="123" c:formatCode="yyyy\-mm\-dd">
                  <c:v>45876</c:v>
                </c:pt>
                <c:pt idx="124" c:formatCode="yyyy\-mm\-dd">
                  <c:v>45877</c:v>
                </c:pt>
                <c:pt idx="125" c:formatCode="yyyy\-mm\-dd">
                  <c:v>45880</c:v>
                </c:pt>
                <c:pt idx="126" c:formatCode="yyyy\-mm\-dd">
                  <c:v>45881</c:v>
                </c:pt>
                <c:pt idx="127" c:formatCode="yyyy\-mm\-dd">
                  <c:v>45882</c:v>
                </c:pt>
                <c:pt idx="128" c:formatCode="yyyy\-mm\-dd">
                  <c:v>45883</c:v>
                </c:pt>
                <c:pt idx="129" c:formatCode="yyyy\-mm\-dd">
                  <c:v>45884</c:v>
                </c:pt>
                <c:pt idx="130" c:formatCode="yyyy\-mm\-dd">
                  <c:v>45887</c:v>
                </c:pt>
                <c:pt idx="131" c:formatCode="yyyy\-mm\-dd">
                  <c:v>45888</c:v>
                </c:pt>
                <c:pt idx="132" c:formatCode="yyyy\-mm\-dd">
                  <c:v>45889</c:v>
                </c:pt>
                <c:pt idx="133" c:formatCode="yyyy\-mm\-dd">
                  <c:v>45890</c:v>
                </c:pt>
                <c:pt idx="134" c:formatCode="yyyy\-mm\-dd">
                  <c:v>45891</c:v>
                </c:pt>
                <c:pt idx="135" c:formatCode="yyyy\-mm\-dd">
                  <c:v>45894</c:v>
                </c:pt>
                <c:pt idx="136" c:formatCode="yyyy\-mm\-dd">
                  <c:v>45895</c:v>
                </c:pt>
                <c:pt idx="137" c:formatCode="yyyy\-mm\-dd">
                  <c:v>45896</c:v>
                </c:pt>
                <c:pt idx="138" c:formatCode="yyyy\-mm\-dd">
                  <c:v>45897</c:v>
                </c:pt>
                <c:pt idx="139" c:formatCode="yyyy\-mm\-dd">
                  <c:v>45898</c:v>
                </c:pt>
                <c:pt idx="140" c:formatCode="yyyy\-mm\-dd">
                  <c:v>45901</c:v>
                </c:pt>
                <c:pt idx="141" c:formatCode="yyyy\-mm\-dd">
                  <c:v>45902</c:v>
                </c:pt>
                <c:pt idx="142" c:formatCode="yyyy\-mm\-dd">
                  <c:v>45903</c:v>
                </c:pt>
                <c:pt idx="143" c:formatCode="yyyy\-mm\-dd">
                  <c:v>45904</c:v>
                </c:pt>
                <c:pt idx="144" c:formatCode="yyyy\-mm\-dd">
                  <c:v>45905</c:v>
                </c:pt>
                <c:pt idx="145" c:formatCode="yyyy\-mm\-dd">
                  <c:v>45908</c:v>
                </c:pt>
                <c:pt idx="146" c:formatCode="yyyy\-mm\-dd">
                  <c:v>45909</c:v>
                </c:pt>
                <c:pt idx="147" c:formatCode="yyyy\-mm\-dd">
                  <c:v>45910</c:v>
                </c:pt>
                <c:pt idx="148" c:formatCode="yyyy\-mm\-dd">
                  <c:v>45911</c:v>
                </c:pt>
                <c:pt idx="149" c:formatCode="yyyy\-mm\-dd">
                  <c:v>45912</c:v>
                </c:pt>
                <c:pt idx="150" c:formatCode="yyyy\-mm\-dd">
                  <c:v>45915</c:v>
                </c:pt>
                <c:pt idx="151" c:formatCode="yyyy\-mm\-dd">
                  <c:v>45916</c:v>
                </c:pt>
                <c:pt idx="152" c:formatCode="yyyy\-mm\-dd">
                  <c:v>45917</c:v>
                </c:pt>
                <c:pt idx="153" c:formatCode="yyyy\-mm\-dd">
                  <c:v>45918</c:v>
                </c:pt>
                <c:pt idx="154" c:formatCode="yyyy\-mm\-dd">
                  <c:v>45919</c:v>
                </c:pt>
                <c:pt idx="155" c:formatCode="yyyy\-mm\-dd">
                  <c:v>45922</c:v>
                </c:pt>
                <c:pt idx="156" c:formatCode="yyyy\-mm\-dd">
                  <c:v>45923</c:v>
                </c:pt>
                <c:pt idx="157" c:formatCode="yyyy\-mm\-dd">
                  <c:v>45924</c:v>
                </c:pt>
                <c:pt idx="158" c:formatCode="yyyy\-mm\-dd">
                  <c:v>45925</c:v>
                </c:pt>
                <c:pt idx="159" c:formatCode="yyyy\-mm\-dd">
                  <c:v>45926</c:v>
                </c:pt>
                <c:pt idx="160" c:formatCode="yyyy\-mm\-dd">
                  <c:v>45929</c:v>
                </c:pt>
                <c:pt idx="161" c:formatCode="yyyy\-mm\-dd">
                  <c:v>45930</c:v>
                </c:pt>
                <c:pt idx="162" c:formatCode="yyyy\-mm\-dd">
                  <c:v>45931</c:v>
                </c:pt>
                <c:pt idx="163" c:formatCode="yyyy\-mm\-dd">
                  <c:v>45932</c:v>
                </c:pt>
                <c:pt idx="164" c:formatCode="yyyy\-mm\-dd">
                  <c:v>45933</c:v>
                </c:pt>
                <c:pt idx="165" c:formatCode="yyyy\-mm\-dd">
                  <c:v>45936</c:v>
                </c:pt>
                <c:pt idx="166" c:formatCode="yyyy\-mm\-dd">
                  <c:v>45937</c:v>
                </c:pt>
                <c:pt idx="167" c:formatCode="yyyy\-mm\-dd">
                  <c:v>45938</c:v>
                </c:pt>
                <c:pt idx="168" c:formatCode="yyyy\-mm\-dd">
                  <c:v>45939</c:v>
                </c:pt>
                <c:pt idx="169" c:formatCode="yyyy\-mm\-dd">
                  <c:v>45940</c:v>
                </c:pt>
                <c:pt idx="170" c:formatCode="yyyy\-mm\-dd">
                  <c:v>45943</c:v>
                </c:pt>
                <c:pt idx="171" c:formatCode="yyyy\-mm\-dd">
                  <c:v>45944</c:v>
                </c:pt>
                <c:pt idx="172" c:formatCode="yyyy\-mm\-dd">
                  <c:v>45945</c:v>
                </c:pt>
                <c:pt idx="173" c:formatCode="yyyy\-mm\-dd">
                  <c:v>45946</c:v>
                </c:pt>
                <c:pt idx="174" c:formatCode="yyyy\-mm\-dd">
                  <c:v>45947</c:v>
                </c:pt>
                <c:pt idx="175" c:formatCode="yyyy\-mm\-dd">
                  <c:v>45950</c:v>
                </c:pt>
                <c:pt idx="176" c:formatCode="yyyy\-mm\-dd">
                  <c:v>45951</c:v>
                </c:pt>
                <c:pt idx="177" c:formatCode="yyyy\-mm\-dd">
                  <c:v>45952</c:v>
                </c:pt>
                <c:pt idx="178" c:formatCode="yyyy\-mm\-dd">
                  <c:v>45953</c:v>
                </c:pt>
                <c:pt idx="179" c:formatCode="yyyy\-mm\-dd">
                  <c:v>45954</c:v>
                </c:pt>
                <c:pt idx="180" c:formatCode="yyyy\-mm\-dd">
                  <c:v>45957</c:v>
                </c:pt>
                <c:pt idx="181" c:formatCode="yyyy\-mm\-dd">
                  <c:v>45958</c:v>
                </c:pt>
                <c:pt idx="182" c:formatCode="yyyy\-mm\-dd">
                  <c:v>45959</c:v>
                </c:pt>
                <c:pt idx="183" c:formatCode="yyyy\-mm\-dd">
                  <c:v>45960</c:v>
                </c:pt>
                <c:pt idx="184" c:formatCode="yyyy\-mm\-dd">
                  <c:v>45961</c:v>
                </c:pt>
                <c:pt idx="185" c:formatCode="yyyy\-mm\-dd">
                  <c:v>45964</c:v>
                </c:pt>
                <c:pt idx="186" c:formatCode="yyyy\-mm\-dd">
                  <c:v>45965</c:v>
                </c:pt>
                <c:pt idx="187" c:formatCode="yyyy\-mm\-dd">
                  <c:v>45966</c:v>
                </c:pt>
                <c:pt idx="188" c:formatCode="yyyy\-mm\-dd">
                  <c:v>45967</c:v>
                </c:pt>
                <c:pt idx="189" c:formatCode="yyyy\-mm\-dd">
                  <c:v>45968</c:v>
                </c:pt>
                <c:pt idx="190" c:formatCode="yyyy\-mm\-dd">
                  <c:v>45971</c:v>
                </c:pt>
                <c:pt idx="191" c:formatCode="yyyy\-mm\-dd">
                  <c:v>45972</c:v>
                </c:pt>
                <c:pt idx="192" c:formatCode="yyyy\-mm\-dd">
                  <c:v>45973</c:v>
                </c:pt>
                <c:pt idx="193" c:formatCode="yyyy\-mm\-dd">
                  <c:v>45974</c:v>
                </c:pt>
                <c:pt idx="194" c:formatCode="yyyy\-mm\-dd">
                  <c:v>45975</c:v>
                </c:pt>
                <c:pt idx="195" c:formatCode="yyyy\-mm\-dd">
                  <c:v>45978</c:v>
                </c:pt>
                <c:pt idx="196" c:formatCode="yyyy\-mm\-dd">
                  <c:v>45979</c:v>
                </c:pt>
                <c:pt idx="197" c:formatCode="yyyy\-mm\-dd">
                  <c:v>45980</c:v>
                </c:pt>
                <c:pt idx="198" c:formatCode="yyyy\-mm\-dd">
                  <c:v>45981</c:v>
                </c:pt>
                <c:pt idx="199" c:formatCode="yyyy\-mm\-dd">
                  <c:v>45982</c:v>
                </c:pt>
                <c:pt idx="200" c:formatCode="yyyy\-mm\-dd">
                  <c:v>45985</c:v>
                </c:pt>
                <c:pt idx="201" c:formatCode="yyyy\-mm\-dd">
                  <c:v>45986</c:v>
                </c:pt>
                <c:pt idx="202" c:formatCode="yyyy\-mm\-dd">
                  <c:v>45987</c:v>
                </c:pt>
                <c:pt idx="203" c:formatCode="yyyy\-mm\-dd">
                  <c:v>45988</c:v>
                </c:pt>
                <c:pt idx="204" c:formatCode="yyyy\-mm\-dd">
                  <c:v>45989</c:v>
                </c:pt>
                <c:pt idx="205" c:formatCode="yyyy\-mm\-dd">
                  <c:v>45992</c:v>
                </c:pt>
                <c:pt idx="206" c:formatCode="yyyy\-mm\-dd">
                  <c:v>45993</c:v>
                </c:pt>
                <c:pt idx="207" c:formatCode="yyyy\-mm\-dd">
                  <c:v>45994</c:v>
                </c:pt>
                <c:pt idx="208" c:formatCode="yyyy\-mm\-dd">
                  <c:v>45995</c:v>
                </c:pt>
                <c:pt idx="209" c:formatCode="yyyy\-mm\-dd">
                  <c:v>45996</c:v>
                </c:pt>
                <c:pt idx="210" c:formatCode="yyyy\-mm\-dd">
                  <c:v>45999</c:v>
                </c:pt>
                <c:pt idx="211" c:formatCode="yyyy\-mm\-dd">
                  <c:v>46000</c:v>
                </c:pt>
                <c:pt idx="212" c:formatCode="yyyy\-mm\-dd">
                  <c:v>46001</c:v>
                </c:pt>
                <c:pt idx="213" c:formatCode="yyyy\-mm\-dd">
                  <c:v>46002</c:v>
                </c:pt>
                <c:pt idx="214" c:formatCode="yyyy\-mm\-dd">
                  <c:v>46003</c:v>
                </c:pt>
                <c:pt idx="215" c:formatCode="yyyy\-mm\-dd">
                  <c:v>46006</c:v>
                </c:pt>
                <c:pt idx="216" c:formatCode="yyyy\-mm\-dd">
                  <c:v>46007</c:v>
                </c:pt>
                <c:pt idx="217" c:formatCode="yyyy\-mm\-dd">
                  <c:v>46008</c:v>
                </c:pt>
                <c:pt idx="218" c:formatCode="yyyy\-mm\-dd">
                  <c:v>46009</c:v>
                </c:pt>
                <c:pt idx="219" c:formatCode="yyyy\-mm\-dd">
                  <c:v>46010</c:v>
                </c:pt>
                <c:pt idx="220" c:formatCode="yyyy\-mm\-dd">
                  <c:v>46013</c:v>
                </c:pt>
                <c:pt idx="221" c:formatCode="yyyy\-mm\-dd">
                  <c:v>46014</c:v>
                </c:pt>
                <c:pt idx="222" c:formatCode="yyyy\-mm\-dd">
                  <c:v>46015</c:v>
                </c:pt>
                <c:pt idx="223" c:formatCode="yyyy\-mm\-dd">
                  <c:v>46016</c:v>
                </c:pt>
                <c:pt idx="224" c:formatCode="yyyy\-mm\-dd">
                  <c:v>46017</c:v>
                </c:pt>
              </c:numCache>
            </c:numRef>
          </c:cat>
          <c:val>
            <c:numRef>
              <c:f>'[分析底表.xlsx]file (2)'!$O$33:$O$257</c:f>
              <c:numCache>
                <c:formatCode>0_ </c:formatCode>
                <c:ptCount val="225"/>
                <c:pt idx="0">
                  <c:v>506.845246</c:v>
                </c:pt>
                <c:pt idx="1">
                  <c:v>512.301061</c:v>
                </c:pt>
                <c:pt idx="2">
                  <c:v>481.828829</c:v>
                </c:pt>
                <c:pt idx="3">
                  <c:v>433.650318</c:v>
                </c:pt>
                <c:pt idx="4">
                  <c:v>457.395113</c:v>
                </c:pt>
                <c:pt idx="5">
                  <c:v>423.651018</c:v>
                </c:pt>
                <c:pt idx="6">
                  <c:v>479.067887</c:v>
                </c:pt>
                <c:pt idx="7">
                  <c:v>478.008122</c:v>
                </c:pt>
                <c:pt idx="8">
                  <c:v>509.981787</c:v>
                </c:pt>
                <c:pt idx="9">
                  <c:v>473.457822</c:v>
                </c:pt>
                <c:pt idx="10">
                  <c:v>537.424098</c:v>
                </c:pt>
                <c:pt idx="11">
                  <c:v>561.560315</c:v>
                </c:pt>
                <c:pt idx="12">
                  <c:v>512.770181</c:v>
                </c:pt>
                <c:pt idx="13">
                  <c:v>489.884675</c:v>
                </c:pt>
                <c:pt idx="14">
                  <c:v>462.005762</c:v>
                </c:pt>
                <c:pt idx="15">
                  <c:v>464.119852</c:v>
                </c:pt>
                <c:pt idx="16">
                  <c:v>477.340232</c:v>
                </c:pt>
                <c:pt idx="17">
                  <c:v>489.33605</c:v>
                </c:pt>
                <c:pt idx="18">
                  <c:v>453.83074</c:v>
                </c:pt>
                <c:pt idx="19">
                  <c:v>435.593314</c:v>
                </c:pt>
                <c:pt idx="20">
                  <c:v>448.329003</c:v>
                </c:pt>
                <c:pt idx="21">
                  <c:v>451.047684</c:v>
                </c:pt>
                <c:pt idx="22">
                  <c:v>447.414912</c:v>
                </c:pt>
                <c:pt idx="23">
                  <c:v>448.501022</c:v>
                </c:pt>
                <c:pt idx="24">
                  <c:v>468.054844</c:v>
                </c:pt>
                <c:pt idx="25">
                  <c:v>467.396017</c:v>
                </c:pt>
                <c:pt idx="26">
                  <c:v>482.061307</c:v>
                </c:pt>
                <c:pt idx="27">
                  <c:v>482.5559</c:v>
                </c:pt>
                <c:pt idx="28">
                  <c:v>455.604589</c:v>
                </c:pt>
                <c:pt idx="29">
                  <c:v>471.637887</c:v>
                </c:pt>
                <c:pt idx="30">
                  <c:v>440.658481</c:v>
                </c:pt>
                <c:pt idx="31">
                  <c:v>459.959478</c:v>
                </c:pt>
                <c:pt idx="32">
                  <c:v>464.967537</c:v>
                </c:pt>
                <c:pt idx="33">
                  <c:v>499.429727</c:v>
                </c:pt>
                <c:pt idx="34">
                  <c:v>487.301887</c:v>
                </c:pt>
                <c:pt idx="35">
                  <c:v>487.301887</c:v>
                </c:pt>
                <c:pt idx="36">
                  <c:v>575.418033</c:v>
                </c:pt>
                <c:pt idx="37">
                  <c:v>574.259717</c:v>
                </c:pt>
                <c:pt idx="38">
                  <c:v>595.581622</c:v>
                </c:pt>
                <c:pt idx="39">
                  <c:v>575.629467</c:v>
                </c:pt>
                <c:pt idx="40">
                  <c:v>595.434474</c:v>
                </c:pt>
                <c:pt idx="41">
                  <c:v>563.319646</c:v>
                </c:pt>
                <c:pt idx="42">
                  <c:v>545.553959</c:v>
                </c:pt>
                <c:pt idx="43">
                  <c:v>546.378806</c:v>
                </c:pt>
                <c:pt idx="44">
                  <c:v>514.065471</c:v>
                </c:pt>
                <c:pt idx="45">
                  <c:v>527.76901</c:v>
                </c:pt>
                <c:pt idx="46">
                  <c:v>479.92048</c:v>
                </c:pt>
                <c:pt idx="47">
                  <c:v>505.353283</c:v>
                </c:pt>
                <c:pt idx="48">
                  <c:v>452.092468</c:v>
                </c:pt>
                <c:pt idx="49">
                  <c:v>448.991191</c:v>
                </c:pt>
                <c:pt idx="50">
                  <c:v>465.037644</c:v>
                </c:pt>
                <c:pt idx="51">
                  <c:v>458.524328</c:v>
                </c:pt>
                <c:pt idx="52">
                  <c:v>486.84964</c:v>
                </c:pt>
                <c:pt idx="53">
                  <c:v>486.84964</c:v>
                </c:pt>
                <c:pt idx="54">
                  <c:v>486.84964</c:v>
                </c:pt>
                <c:pt idx="55">
                  <c:v>486.84964</c:v>
                </c:pt>
                <c:pt idx="56">
                  <c:v>554.430054</c:v>
                </c:pt>
                <c:pt idx="57">
                  <c:v>549.512793</c:v>
                </c:pt>
                <c:pt idx="58">
                  <c:v>568.198575</c:v>
                </c:pt>
                <c:pt idx="59">
                  <c:v>576.493098</c:v>
                </c:pt>
                <c:pt idx="60">
                  <c:v>560.456711</c:v>
                </c:pt>
                <c:pt idx="61">
                  <c:v>543.17604</c:v>
                </c:pt>
                <c:pt idx="62">
                  <c:v>572.505377</c:v>
                </c:pt>
                <c:pt idx="63">
                  <c:v>588.876667</c:v>
                </c:pt>
                <c:pt idx="64">
                  <c:v>574.003081</c:v>
                </c:pt>
                <c:pt idx="65">
                  <c:v>577.793557</c:v>
                </c:pt>
                <c:pt idx="66">
                  <c:v>583.860031</c:v>
                </c:pt>
                <c:pt idx="67">
                  <c:v>551.49097</c:v>
                </c:pt>
                <c:pt idx="68">
                  <c:v>514.28735</c:v>
                </c:pt>
                <c:pt idx="69">
                  <c:v>550.459165</c:v>
                </c:pt>
                <c:pt idx="70">
                  <c:v>524.208847</c:v>
                </c:pt>
                <c:pt idx="71">
                  <c:v>525.51805</c:v>
                </c:pt>
                <c:pt idx="72">
                  <c:v>516.460816</c:v>
                </c:pt>
                <c:pt idx="73">
                  <c:v>512.04455</c:v>
                </c:pt>
                <c:pt idx="74">
                  <c:v>520.401734</c:v>
                </c:pt>
                <c:pt idx="75">
                  <c:v>520.401734</c:v>
                </c:pt>
                <c:pt idx="76">
                  <c:v>510.722882</c:v>
                </c:pt>
                <c:pt idx="77">
                  <c:v>475.431431</c:v>
                </c:pt>
                <c:pt idx="78">
                  <c:v>482.969437</c:v>
                </c:pt>
                <c:pt idx="79">
                  <c:v>453.568561</c:v>
                </c:pt>
                <c:pt idx="80">
                  <c:v>491.462422</c:v>
                </c:pt>
                <c:pt idx="81">
                  <c:v>443.609785</c:v>
                </c:pt>
                <c:pt idx="82">
                  <c:v>448.569022</c:v>
                </c:pt>
                <c:pt idx="83">
                  <c:v>429.584894</c:v>
                </c:pt>
                <c:pt idx="84">
                  <c:v>429.041286</c:v>
                </c:pt>
                <c:pt idx="85">
                  <c:v>395.107803</c:v>
                </c:pt>
                <c:pt idx="86">
                  <c:v>413.234568</c:v>
                </c:pt>
                <c:pt idx="87">
                  <c:v>414.162322</c:v>
                </c:pt>
                <c:pt idx="88">
                  <c:v>382.561023</c:v>
                </c:pt>
                <c:pt idx="89">
                  <c:v>414.518215</c:v>
                </c:pt>
                <c:pt idx="90">
                  <c:v>397.980865</c:v>
                </c:pt>
                <c:pt idx="91">
                  <c:v>399.099925</c:v>
                </c:pt>
                <c:pt idx="92">
                  <c:v>391.690992</c:v>
                </c:pt>
                <c:pt idx="93">
                  <c:v>387.167775</c:v>
                </c:pt>
                <c:pt idx="94">
                  <c:v>356.621218</c:v>
                </c:pt>
                <c:pt idx="95">
                  <c:v>394.39497</c:v>
                </c:pt>
                <c:pt idx="96">
                  <c:v>417.167704</c:v>
                </c:pt>
                <c:pt idx="97">
                  <c:v>437.929696</c:v>
                </c:pt>
                <c:pt idx="98">
                  <c:v>464.219901</c:v>
                </c:pt>
                <c:pt idx="99">
                  <c:v>416.312542</c:v>
                </c:pt>
                <c:pt idx="100">
                  <c:v>425.51239</c:v>
                </c:pt>
                <c:pt idx="101">
                  <c:v>425.027161</c:v>
                </c:pt>
                <c:pt idx="102">
                  <c:v>416.706585</c:v>
                </c:pt>
                <c:pt idx="103">
                  <c:v>445.979652</c:v>
                </c:pt>
                <c:pt idx="104">
                  <c:v>424.914123</c:v>
                </c:pt>
                <c:pt idx="105">
                  <c:v>196.100193</c:v>
                </c:pt>
                <c:pt idx="106">
                  <c:v>338.404729</c:v>
                </c:pt>
                <c:pt idx="107">
                  <c:v>366.696992</c:v>
                </c:pt>
                <c:pt idx="108">
                  <c:v>383.222464</c:v>
                </c:pt>
                <c:pt idx="109">
                  <c:v>367.038168</c:v>
                </c:pt>
                <c:pt idx="110">
                  <c:v>384.820899</c:v>
                </c:pt>
                <c:pt idx="111">
                  <c:v>386.014108</c:v>
                </c:pt>
                <c:pt idx="112">
                  <c:v>391.955738</c:v>
                </c:pt>
                <c:pt idx="113">
                  <c:v>340.955377</c:v>
                </c:pt>
                <c:pt idx="114">
                  <c:v>359.823972</c:v>
                </c:pt>
                <c:pt idx="115">
                  <c:v>345.568923</c:v>
                </c:pt>
                <c:pt idx="116">
                  <c:v>377.459568</c:v>
                </c:pt>
                <c:pt idx="117">
                  <c:v>369.079713</c:v>
                </c:pt>
                <c:pt idx="118">
                  <c:v>384.158361</c:v>
                </c:pt>
                <c:pt idx="119">
                  <c:v>405.314984</c:v>
                </c:pt>
                <c:pt idx="120">
                  <c:v>405.249905</c:v>
                </c:pt>
                <c:pt idx="121">
                  <c:v>413.616254</c:v>
                </c:pt>
                <c:pt idx="122">
                  <c:v>400.926739</c:v>
                </c:pt>
                <c:pt idx="123">
                  <c:v>417.532172</c:v>
                </c:pt>
                <c:pt idx="124">
                  <c:v>380.985268</c:v>
                </c:pt>
                <c:pt idx="125">
                  <c:v>392.499954</c:v>
                </c:pt>
                <c:pt idx="126">
                  <c:v>403.587217</c:v>
                </c:pt>
                <c:pt idx="127">
                  <c:v>411.109489</c:v>
                </c:pt>
                <c:pt idx="128">
                  <c:v>395.613027</c:v>
                </c:pt>
                <c:pt idx="129">
                  <c:v>397.673707</c:v>
                </c:pt>
                <c:pt idx="130">
                  <c:v>418.587831</c:v>
                </c:pt>
                <c:pt idx="131">
                  <c:v>405.797617</c:v>
                </c:pt>
                <c:pt idx="132">
                  <c:v>428.182735</c:v>
                </c:pt>
                <c:pt idx="133">
                  <c:v>407.919599</c:v>
                </c:pt>
                <c:pt idx="134">
                  <c:v>395.092294</c:v>
                </c:pt>
                <c:pt idx="135">
                  <c:v>397.189545</c:v>
                </c:pt>
                <c:pt idx="136">
                  <c:v>406.856082</c:v>
                </c:pt>
                <c:pt idx="137">
                  <c:v>421.498795</c:v>
                </c:pt>
                <c:pt idx="138">
                  <c:v>427.56663</c:v>
                </c:pt>
                <c:pt idx="139">
                  <c:v>459.149117</c:v>
                </c:pt>
                <c:pt idx="140">
                  <c:v>446.753009</c:v>
                </c:pt>
                <c:pt idx="141">
                  <c:v>447.151755</c:v>
                </c:pt>
                <c:pt idx="142">
                  <c:v>424.134536</c:v>
                </c:pt>
                <c:pt idx="143">
                  <c:v>386.877884</c:v>
                </c:pt>
                <c:pt idx="144">
                  <c:v>401.046706</c:v>
                </c:pt>
                <c:pt idx="145">
                  <c:v>384.880024</c:v>
                </c:pt>
                <c:pt idx="146">
                  <c:v>362.888908</c:v>
                </c:pt>
                <c:pt idx="147">
                  <c:v>380.211187</c:v>
                </c:pt>
                <c:pt idx="148">
                  <c:v>354.953381</c:v>
                </c:pt>
                <c:pt idx="149">
                  <c:v>386.549014</c:v>
                </c:pt>
                <c:pt idx="150">
                  <c:v>338.30843</c:v>
                </c:pt>
                <c:pt idx="151">
                  <c:v>303.335569</c:v>
                </c:pt>
                <c:pt idx="152">
                  <c:v>305.638015</c:v>
                </c:pt>
                <c:pt idx="153">
                  <c:v>318.599018</c:v>
                </c:pt>
                <c:pt idx="154">
                  <c:v>290.636169</c:v>
                </c:pt>
                <c:pt idx="155">
                  <c:v>265.434302</c:v>
                </c:pt>
                <c:pt idx="156">
                  <c:v>258.021132</c:v>
                </c:pt>
                <c:pt idx="157">
                  <c:v>249.352308</c:v>
                </c:pt>
                <c:pt idx="158">
                  <c:v>278.357163</c:v>
                </c:pt>
                <c:pt idx="159">
                  <c:v>216.268226</c:v>
                </c:pt>
                <c:pt idx="160">
                  <c:v>156.843306</c:v>
                </c:pt>
                <c:pt idx="161">
                  <c:v>134.976271</c:v>
                </c:pt>
                <c:pt idx="162">
                  <c:v>134.976271</c:v>
                </c:pt>
                <c:pt idx="163">
                  <c:v>134.976271</c:v>
                </c:pt>
                <c:pt idx="164">
                  <c:v>134.976271</c:v>
                </c:pt>
                <c:pt idx="165">
                  <c:v>134.976271</c:v>
                </c:pt>
                <c:pt idx="166">
                  <c:v>134.976271</c:v>
                </c:pt>
                <c:pt idx="167">
                  <c:v>134.976271</c:v>
                </c:pt>
                <c:pt idx="168">
                  <c:v>-64.368986</c:v>
                </c:pt>
                <c:pt idx="169">
                  <c:v>-390.361169</c:v>
                </c:pt>
                <c:pt idx="170">
                  <c:v>-304.503264</c:v>
                </c:pt>
                <c:pt idx="171">
                  <c:v>-297.636575</c:v>
                </c:pt>
                <c:pt idx="172">
                  <c:v>-117.249477</c:v>
                </c:pt>
                <c:pt idx="173">
                  <c:v>-146.630574</c:v>
                </c:pt>
                <c:pt idx="174">
                  <c:v>-225.824246</c:v>
                </c:pt>
                <c:pt idx="175">
                  <c:v>-126.733613</c:v>
                </c:pt>
                <c:pt idx="176">
                  <c:v>-82.130386</c:v>
                </c:pt>
                <c:pt idx="177">
                  <c:v>101.232959</c:v>
                </c:pt>
                <c:pt idx="178">
                  <c:v>194.86645</c:v>
                </c:pt>
                <c:pt idx="179">
                  <c:v>243.970187</c:v>
                </c:pt>
                <c:pt idx="180">
                  <c:v>339.083546</c:v>
                </c:pt>
                <c:pt idx="181">
                  <c:v>380.247622</c:v>
                </c:pt>
                <c:pt idx="182">
                  <c:v>389.40615</c:v>
                </c:pt>
                <c:pt idx="183">
                  <c:v>291.511984</c:v>
                </c:pt>
                <c:pt idx="184">
                  <c:v>143.214025</c:v>
                </c:pt>
                <c:pt idx="185">
                  <c:v>234.162252</c:v>
                </c:pt>
                <c:pt idx="186">
                  <c:v>289.79756</c:v>
                </c:pt>
                <c:pt idx="187">
                  <c:v>289.79756</c:v>
                </c:pt>
                <c:pt idx="188">
                  <c:v>289.79756</c:v>
                </c:pt>
                <c:pt idx="189">
                  <c:v>318.719642</c:v>
                </c:pt>
                <c:pt idx="190">
                  <c:v>366.335314</c:v>
                </c:pt>
                <c:pt idx="191">
                  <c:v>263.725245</c:v>
                </c:pt>
                <c:pt idx="192">
                  <c:v>281.352115</c:v>
                </c:pt>
                <c:pt idx="193">
                  <c:v>236.836209</c:v>
                </c:pt>
                <c:pt idx="194">
                  <c:v>343.451101</c:v>
                </c:pt>
                <c:pt idx="195">
                  <c:v>335.132666</c:v>
                </c:pt>
                <c:pt idx="196">
                  <c:v>370.572015</c:v>
                </c:pt>
                <c:pt idx="197">
                  <c:v>368.886154</c:v>
                </c:pt>
                <c:pt idx="198">
                  <c:v>352.126828</c:v>
                </c:pt>
                <c:pt idx="199">
                  <c:v>373.937403</c:v>
                </c:pt>
                <c:pt idx="200">
                  <c:v>408.943847</c:v>
                </c:pt>
                <c:pt idx="201">
                  <c:v>394.413843</c:v>
                </c:pt>
                <c:pt idx="202">
                  <c:v>364.334032</c:v>
                </c:pt>
                <c:pt idx="203">
                  <c:v>336.101938</c:v>
                </c:pt>
                <c:pt idx="204">
                  <c:v>367.256968</c:v>
                </c:pt>
                <c:pt idx="205">
                  <c:v>321.368283</c:v>
                </c:pt>
                <c:pt idx="206">
                  <c:v>426.65505</c:v>
                </c:pt>
                <c:pt idx="207">
                  <c:v>394.239966</c:v>
                </c:pt>
                <c:pt idx="208">
                  <c:v>329.245665</c:v>
                </c:pt>
                <c:pt idx="209">
                  <c:v>415.00604</c:v>
                </c:pt>
                <c:pt idx="210">
                  <c:v>414.764712</c:v>
                </c:pt>
                <c:pt idx="211">
                  <c:v>417.777732</c:v>
                </c:pt>
                <c:pt idx="212">
                  <c:v>400.76287</c:v>
                </c:pt>
                <c:pt idx="213">
                  <c:v>378.311708</c:v>
                </c:pt>
                <c:pt idx="214">
                  <c:v>434.959053</c:v>
                </c:pt>
                <c:pt idx="215">
                  <c:v>424.864502</c:v>
                </c:pt>
                <c:pt idx="216">
                  <c:v>372.098463</c:v>
                </c:pt>
                <c:pt idx="217">
                  <c:v>488.29816</c:v>
                </c:pt>
                <c:pt idx="218">
                  <c:v>453.298404</c:v>
                </c:pt>
                <c:pt idx="219">
                  <c:v>450.644495</c:v>
                </c:pt>
                <c:pt idx="220">
                  <c:v>534.050167</c:v>
                </c:pt>
                <c:pt idx="221">
                  <c:v>731.398792</c:v>
                </c:pt>
                <c:pt idx="222">
                  <c:v>1217.510863</c:v>
                </c:pt>
                <c:pt idx="223">
                  <c:v>1217.510863</c:v>
                </c:pt>
                <c:pt idx="224">
                  <c:v>1731.945426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576122827"/>
        <c:axId val="874833368"/>
      </c:lineChart>
      <c:dateAx>
        <c:axId val="576122827"/>
        <c:scaling>
          <c:orientation val="minMax"/>
        </c:scaling>
        <c:delete val="0"/>
        <c:axPos val="b"/>
        <c:numFmt formatCode="m/d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74833368"/>
        <c:crosses val="autoZero"/>
        <c:auto val="1"/>
        <c:lblOffset val="100"/>
        <c:baseTimeUnit val="days"/>
      </c:dateAx>
      <c:valAx>
        <c:axId val="874833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76122827"/>
        <c:crosses val="autoZero"/>
        <c:crossBetween val="between"/>
      </c:valAx>
      <c:dateAx>
        <c:axId val="999972298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65447642"/>
        <c:crosses val="autoZero"/>
        <c:auto val="1"/>
        <c:lblAlgn val="ctr"/>
        <c:lblOffset val="100"/>
        <c:baseTimeUnit val="days"/>
      </c:dateAx>
      <c:valAx>
        <c:axId val="465447642"/>
        <c:scaling>
          <c:orientation val="minMax"/>
        </c:scaling>
        <c:delete val="0"/>
        <c:axPos val="r"/>
        <c:numFmt formatCode="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99972298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4CAEFB-9C02-4A51-BA9B-8B71AA768F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16"/>
          <p:cNvSpPr>
            <a:spLocks noChangeArrowheads="1"/>
          </p:cNvSpPr>
          <p:nvPr userDrawn="1"/>
        </p:nvSpPr>
        <p:spPr bwMode="auto">
          <a:xfrm>
            <a:off x="11802118" y="6521161"/>
            <a:ext cx="341760" cy="246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 anchorCtr="0">
            <a:spAutoFit/>
          </a:bodyPr>
          <a:lstStyle/>
          <a:p>
            <a:pPr algn="ctr"/>
            <a:fld id="{8C89AAD3-89E5-43B1-8638-63FD5E09490B}" type="slidenum">
              <a:rPr lang="zh-CN" altLang="en-US" sz="1000" smtClean="0">
                <a:solidFill>
                  <a:prstClr val="black">
                    <a:tint val="75000"/>
                  </a:prstClr>
                </a:solidFill>
                <a:sym typeface="Arial Unicode MS" panose="020B0604020202020204" pitchFamily="34" charset="-122"/>
              </a:rPr>
            </a:fld>
            <a:endParaRPr lang="zh-CN" altLang="en-US" sz="1000" dirty="0">
              <a:solidFill>
                <a:prstClr val="black">
                  <a:tint val="75000"/>
                </a:prstClr>
              </a:solidFill>
              <a:sym typeface="Arial Unicode MS" panose="020B0604020202020204" pitchFamily="34" charset="-122"/>
            </a:endParaRPr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0" y="87496"/>
            <a:ext cx="354563" cy="677408"/>
            <a:chOff x="0" y="-78772"/>
            <a:chExt cx="602082" cy="1150304"/>
          </a:xfrm>
        </p:grpSpPr>
        <p:sp>
          <p:nvSpPr>
            <p:cNvPr id="15" name="任意多边形 14"/>
            <p:cNvSpPr/>
            <p:nvPr/>
          </p:nvSpPr>
          <p:spPr>
            <a:xfrm>
              <a:off x="0" y="256213"/>
              <a:ext cx="251412" cy="480334"/>
            </a:xfrm>
            <a:custGeom>
              <a:avLst/>
              <a:gdLst>
                <a:gd name="connsiteX0" fmla="*/ 0 w 251412"/>
                <a:gd name="connsiteY0" fmla="*/ 0 h 480334"/>
                <a:gd name="connsiteX1" fmla="*/ 251412 w 251412"/>
                <a:gd name="connsiteY1" fmla="*/ 240167 h 480334"/>
                <a:gd name="connsiteX2" fmla="*/ 0 w 251412"/>
                <a:gd name="connsiteY2" fmla="*/ 480334 h 480334"/>
                <a:gd name="connsiteX3" fmla="*/ 0 w 251412"/>
                <a:gd name="connsiteY3" fmla="*/ 0 h 480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412" h="480334">
                  <a:moveTo>
                    <a:pt x="0" y="0"/>
                  </a:moveTo>
                  <a:lnTo>
                    <a:pt x="251412" y="240167"/>
                  </a:lnTo>
                  <a:lnTo>
                    <a:pt x="0" y="4803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49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6" name="任意多边形 15"/>
            <p:cNvSpPr/>
            <p:nvPr/>
          </p:nvSpPr>
          <p:spPr>
            <a:xfrm>
              <a:off x="0" y="-78772"/>
              <a:ext cx="602082" cy="1150304"/>
            </a:xfrm>
            <a:custGeom>
              <a:avLst/>
              <a:gdLst>
                <a:gd name="connsiteX0" fmla="*/ 0 w 441911"/>
                <a:gd name="connsiteY0" fmla="*/ 0 h 844290"/>
                <a:gd name="connsiteX1" fmla="*/ 441911 w 441911"/>
                <a:gd name="connsiteY1" fmla="*/ 422145 h 844290"/>
                <a:gd name="connsiteX2" fmla="*/ 0 w 441911"/>
                <a:gd name="connsiteY2" fmla="*/ 844290 h 844290"/>
                <a:gd name="connsiteX3" fmla="*/ 0 w 441911"/>
                <a:gd name="connsiteY3" fmla="*/ 662312 h 844290"/>
                <a:gd name="connsiteX4" fmla="*/ 251412 w 441911"/>
                <a:gd name="connsiteY4" fmla="*/ 422145 h 844290"/>
                <a:gd name="connsiteX5" fmla="*/ 0 w 441911"/>
                <a:gd name="connsiteY5" fmla="*/ 181978 h 844290"/>
                <a:gd name="connsiteX6" fmla="*/ 0 w 441911"/>
                <a:gd name="connsiteY6" fmla="*/ 0 h 844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11" h="844290">
                  <a:moveTo>
                    <a:pt x="0" y="0"/>
                  </a:moveTo>
                  <a:lnTo>
                    <a:pt x="441911" y="422145"/>
                  </a:lnTo>
                  <a:lnTo>
                    <a:pt x="0" y="844290"/>
                  </a:lnTo>
                  <a:lnTo>
                    <a:pt x="0" y="662312"/>
                  </a:lnTo>
                  <a:lnTo>
                    <a:pt x="251412" y="422145"/>
                  </a:lnTo>
                  <a:lnTo>
                    <a:pt x="0" y="181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49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 userDrawn="1"/>
        </p:nvGrpSpPr>
        <p:grpSpPr>
          <a:xfrm>
            <a:off x="0" y="429466"/>
            <a:ext cx="12192965" cy="694056"/>
            <a:chOff x="0" y="463334"/>
            <a:chExt cx="12192965" cy="694056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0" y="855764"/>
              <a:ext cx="10147300" cy="0"/>
            </a:xfrm>
            <a:prstGeom prst="line">
              <a:avLst/>
            </a:prstGeom>
            <a:ln w="28575" cap="rnd">
              <a:solidFill>
                <a:srgbClr val="D5493A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10147300" y="563664"/>
              <a:ext cx="183606" cy="292100"/>
            </a:xfrm>
            <a:prstGeom prst="line">
              <a:avLst/>
            </a:prstGeom>
            <a:ln w="28575" cap="rnd">
              <a:solidFill>
                <a:srgbClr val="D5493A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10330906" y="563664"/>
              <a:ext cx="134257" cy="544513"/>
            </a:xfrm>
            <a:prstGeom prst="line">
              <a:avLst/>
            </a:prstGeom>
            <a:ln w="28575" cap="rnd">
              <a:solidFill>
                <a:srgbClr val="D5493A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10465163" y="816077"/>
              <a:ext cx="183606" cy="292100"/>
            </a:xfrm>
            <a:prstGeom prst="line">
              <a:avLst/>
            </a:prstGeom>
            <a:ln w="28575" cap="rnd">
              <a:solidFill>
                <a:srgbClr val="D5493A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10648769" y="816077"/>
              <a:ext cx="75967" cy="341313"/>
            </a:xfrm>
            <a:prstGeom prst="line">
              <a:avLst/>
            </a:prstGeom>
            <a:ln w="28575" cap="rnd">
              <a:solidFill>
                <a:srgbClr val="D5493A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10724736" y="472224"/>
              <a:ext cx="194738" cy="675640"/>
            </a:xfrm>
            <a:prstGeom prst="line">
              <a:avLst/>
            </a:prstGeom>
            <a:ln w="28575" cap="rnd">
              <a:solidFill>
                <a:srgbClr val="D5493A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10919474" y="463334"/>
              <a:ext cx="87099" cy="392430"/>
            </a:xfrm>
            <a:prstGeom prst="line">
              <a:avLst/>
            </a:prstGeom>
            <a:ln w="28575" cap="rnd">
              <a:solidFill>
                <a:srgbClr val="D5493A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11004965" y="855764"/>
              <a:ext cx="1188000" cy="0"/>
            </a:xfrm>
            <a:prstGeom prst="line">
              <a:avLst/>
            </a:prstGeom>
            <a:ln w="28575" cap="rnd">
              <a:solidFill>
                <a:srgbClr val="D5493A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1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.xml"/><Relationship Id="rId1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chart" Target="../charts/char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reeform 5"/>
          <p:cNvSpPr/>
          <p:nvPr/>
        </p:nvSpPr>
        <p:spPr bwMode="auto">
          <a:xfrm flipH="1">
            <a:off x="9032875" y="5719763"/>
            <a:ext cx="2606675" cy="468312"/>
          </a:xfrm>
          <a:custGeom>
            <a:avLst/>
            <a:gdLst>
              <a:gd name="T0" fmla="*/ 0 w 2998"/>
              <a:gd name="T1" fmla="*/ 0 h 1197"/>
              <a:gd name="T2" fmla="*/ 2147483646 w 2998"/>
              <a:gd name="T3" fmla="*/ 0 h 1197"/>
              <a:gd name="T4" fmla="*/ 2147483646 w 2998"/>
              <a:gd name="T5" fmla="*/ 2147483646 h 1197"/>
              <a:gd name="T6" fmla="*/ 0 w 2998"/>
              <a:gd name="T7" fmla="*/ 2147483646 h 1197"/>
              <a:gd name="T8" fmla="*/ 0 w 2998"/>
              <a:gd name="T9" fmla="*/ 0 h 1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98"/>
              <a:gd name="T16" fmla="*/ 0 h 1197"/>
              <a:gd name="T17" fmla="*/ 2998 w 2998"/>
              <a:gd name="T18" fmla="*/ 1197 h 11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98" h="1197">
                <a:moveTo>
                  <a:pt x="0" y="0"/>
                </a:moveTo>
                <a:lnTo>
                  <a:pt x="2381" y="0"/>
                </a:lnTo>
                <a:lnTo>
                  <a:pt x="2998" y="1197"/>
                </a:lnTo>
                <a:lnTo>
                  <a:pt x="0" y="1197"/>
                </a:lnTo>
                <a:lnTo>
                  <a:pt x="0" y="0"/>
                </a:lnTo>
                <a:close/>
              </a:path>
            </a:pathLst>
          </a:custGeom>
          <a:solidFill>
            <a:srgbClr val="C8152D"/>
          </a:solidFill>
          <a:ln w="9525">
            <a:noFill/>
            <a:round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4100" name="直接连接符 44"/>
          <p:cNvCxnSpPr>
            <a:cxnSpLocks noChangeShapeType="1"/>
          </p:cNvCxnSpPr>
          <p:nvPr/>
        </p:nvCxnSpPr>
        <p:spPr bwMode="auto">
          <a:xfrm flipV="1">
            <a:off x="528638" y="5470525"/>
            <a:ext cx="11058525" cy="9525"/>
          </a:xfrm>
          <a:prstGeom prst="line">
            <a:avLst/>
          </a:prstGeom>
          <a:noFill/>
          <a:ln w="9525">
            <a:solidFill>
              <a:srgbClr val="C8152D"/>
            </a:solidFill>
            <a:round/>
          </a:ln>
        </p:spPr>
      </p:cxnSp>
      <p:sp>
        <p:nvSpPr>
          <p:cNvPr id="4101" name="Freeform 5"/>
          <p:cNvSpPr/>
          <p:nvPr/>
        </p:nvSpPr>
        <p:spPr bwMode="auto">
          <a:xfrm>
            <a:off x="0" y="663575"/>
            <a:ext cx="1873250" cy="468313"/>
          </a:xfrm>
          <a:custGeom>
            <a:avLst/>
            <a:gdLst>
              <a:gd name="T0" fmla="*/ 0 w 2998"/>
              <a:gd name="T1" fmla="*/ 0 h 1197"/>
              <a:gd name="T2" fmla="*/ 2147483646 w 2998"/>
              <a:gd name="T3" fmla="*/ 0 h 1197"/>
              <a:gd name="T4" fmla="*/ 2147483646 w 2998"/>
              <a:gd name="T5" fmla="*/ 2147483646 h 1197"/>
              <a:gd name="T6" fmla="*/ 0 w 2998"/>
              <a:gd name="T7" fmla="*/ 2147483646 h 1197"/>
              <a:gd name="T8" fmla="*/ 0 w 2998"/>
              <a:gd name="T9" fmla="*/ 0 h 1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98"/>
              <a:gd name="T16" fmla="*/ 0 h 1197"/>
              <a:gd name="T17" fmla="*/ 2998 w 2998"/>
              <a:gd name="T18" fmla="*/ 1197 h 11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98" h="1197">
                <a:moveTo>
                  <a:pt x="0" y="0"/>
                </a:moveTo>
                <a:lnTo>
                  <a:pt x="2381" y="0"/>
                </a:lnTo>
                <a:lnTo>
                  <a:pt x="2998" y="1197"/>
                </a:lnTo>
                <a:lnTo>
                  <a:pt x="0" y="1197"/>
                </a:lnTo>
                <a:lnTo>
                  <a:pt x="0" y="0"/>
                </a:lnTo>
                <a:close/>
              </a:path>
            </a:pathLst>
          </a:custGeom>
          <a:solidFill>
            <a:srgbClr val="C8152D"/>
          </a:solidFill>
          <a:ln w="9525">
            <a:noFill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09754" y="2498724"/>
            <a:ext cx="11372491" cy="16576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5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XX</a:t>
            </a:r>
            <a:r>
              <a:rPr lang="zh-CN" altLang="en-US" sz="5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行金融市场业务之</a:t>
            </a:r>
            <a:endParaRPr lang="zh-CN" altLang="en-US" sz="5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  <a:p>
            <a:pPr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贵金属交易专题分析</a:t>
            </a:r>
            <a:endParaRPr lang="en-US" altLang="zh-CN" sz="5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  <a:p>
            <a:pPr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1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  <a:p>
            <a:pPr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1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  <a:p>
            <a:pPr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4105" name="TextBox 12"/>
          <p:cNvSpPr txBox="1">
            <a:spLocks noChangeArrowheads="1"/>
          </p:cNvSpPr>
          <p:nvPr/>
        </p:nvSpPr>
        <p:spPr bwMode="auto">
          <a:xfrm>
            <a:off x="9832975" y="5769769"/>
            <a:ext cx="1609725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 txBox="1"/>
          <p:nvPr/>
        </p:nvSpPr>
        <p:spPr>
          <a:xfrm>
            <a:off x="514075" y="288975"/>
            <a:ext cx="5793872" cy="652147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一、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2020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年～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2026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</a:t>
            </a:r>
            <a:r>
              <a:rPr 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行贵金属业务情况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14350" y="1341755"/>
            <a:ext cx="11132185" cy="1314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 algn="just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-2026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年，贵金属业务收入呈先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走势。详见下图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just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从预算完成率看，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2022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-2024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完成预算目标。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详见下图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just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从含增值税的预算目标看，近五年相对稳健，均在</a:t>
            </a: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附近，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2024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年目标为最低值。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详见下图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just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just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55395" y="881685"/>
            <a:ext cx="695017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贵金属业务收入与预算对比情况</a:t>
            </a:r>
            <a:endParaRPr lang="zh-CN" altLang="en-US" sz="1600" b="1" dirty="0" smtClea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 txBox="1"/>
          <p:nvPr/>
        </p:nvSpPr>
        <p:spPr>
          <a:xfrm>
            <a:off x="514075" y="288975"/>
            <a:ext cx="5793872" cy="652147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一、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2020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年～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2025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</a:t>
            </a:r>
            <a:r>
              <a:rPr 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行贵金属业务情况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1910398" y="2693670"/>
          <a:ext cx="8239125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5025"/>
                <a:gridCol w="962025"/>
                <a:gridCol w="862012"/>
                <a:gridCol w="862012"/>
                <a:gridCol w="862012"/>
                <a:gridCol w="862012"/>
                <a:gridCol w="862012"/>
                <a:gridCol w="862012"/>
              </a:tblGrid>
              <a:tr h="24130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项目</a:t>
                      </a:r>
                      <a:endParaRPr lang="zh-CN" altLang="en-US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2020年</a:t>
                      </a:r>
                      <a:endParaRPr lang="zh-CN" altLang="en-US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2021年</a:t>
                      </a:r>
                      <a:endParaRPr lang="zh-CN" altLang="en-US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2022年</a:t>
                      </a:r>
                      <a:endParaRPr lang="zh-CN" altLang="en-US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2023年</a:t>
                      </a:r>
                      <a:endParaRPr lang="zh-CN" altLang="en-US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2024年</a:t>
                      </a:r>
                      <a:endParaRPr lang="zh-CN" altLang="en-US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2025年</a:t>
                      </a:r>
                      <a:endParaRPr lang="zh-CN" altLang="en-US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</a:tr>
              <a:tr h="241300"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累计损失（折美元）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月度累计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 vMerge="1">
                  <a:tcPr>
                    <a:lnL>
                      <a:noFill/>
                    </a:ln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年度累计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 vMerge="1">
                  <a:tcPr>
                    <a:lnL>
                      <a:noFill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回撤累计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贵金属业务净敞口（万美元）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境内黄金期货净敞口（吨）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境外黄金净敞口（吨）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境外白银净敞口（吨）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境内白银期货净敞口（吨）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贵金属期权Vega（万美元）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贵金属期权Gamma上限（万美元）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贵金属期权Gamma下限（万美元）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境内贵金属PV01（万人民币）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境外贵金属PV01（万美元）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等线" panose="02010600030101010101" charset="-122"/>
                        </a:rPr>
                        <a:t>结售汇PV01（万美元）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等线" panose="02010600030101010101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000000"/>
                        </a:solidFill>
                        <a:latin typeface="Times New Roman" panose="020206030504050203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514350" y="1341755"/>
            <a:ext cx="11132185" cy="681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 algn="just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贵金属业务各项限额情况：没有明显增长。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just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贵金属累计损失情况：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just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贵金属净敞口情况：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55395" y="881685"/>
            <a:ext cx="695017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贵金属业务资源支持情况</a:t>
            </a:r>
            <a:endParaRPr lang="zh-CN" altLang="en-US" sz="1600" b="1" dirty="0" smtClea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 txBox="1"/>
          <p:nvPr/>
        </p:nvSpPr>
        <p:spPr>
          <a:xfrm>
            <a:off x="514075" y="288975"/>
            <a:ext cx="5793872" cy="652147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二、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2025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</a:t>
            </a:r>
            <a:r>
              <a:rPr 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XX行</a:t>
            </a:r>
            <a:r>
              <a:rPr 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贵金属业务情况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与自己比、预算比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1753235" y="3651250"/>
          <a:ext cx="3814445" cy="2669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920"/>
                <a:gridCol w="1787525"/>
              </a:tblGrid>
              <a:tr h="2565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300" b="1">
                          <a:solidFill>
                            <a:srgbClr val="F5F7F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业务种类</a:t>
                      </a:r>
                      <a:endParaRPr lang="zh-CN" altLang="en-US" sz="1300" b="1">
                        <a:solidFill>
                          <a:srgbClr val="F5F7F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300" b="1">
                          <a:solidFill>
                            <a:srgbClr val="F5F7F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当年（亿元）</a:t>
                      </a:r>
                      <a:endParaRPr lang="zh-CN" altLang="en-US" sz="1300" b="1">
                        <a:solidFill>
                          <a:srgbClr val="F5F7F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</a:tr>
              <a:tr h="24130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200" b="0">
                          <a:solidFill>
                            <a:srgbClr val="343D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总计</a:t>
                      </a:r>
                      <a:endParaRPr lang="zh-CN" altLang="en-US" sz="1200" b="0">
                        <a:solidFill>
                          <a:srgbClr val="343D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a+b+c+d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200">
                          <a:solidFill>
                            <a:srgbClr val="343D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其中：</a:t>
                      </a:r>
                      <a:r>
                        <a:rPr lang="zh-CN" altLang="en-US" sz="1200" b="0">
                          <a:solidFill>
                            <a:srgbClr val="343D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单边</a:t>
                      </a:r>
                      <a:endParaRPr lang="zh-CN" altLang="en-US" sz="1200" b="0">
                        <a:solidFill>
                          <a:srgbClr val="343D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a+b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1200" b="0">
                          <a:solidFill>
                            <a:srgbClr val="343D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   </a:t>
                      </a:r>
                      <a:r>
                        <a:rPr lang="zh-CN" altLang="en-US" sz="1200" b="0">
                          <a:solidFill>
                            <a:srgbClr val="343D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黄金单边</a:t>
                      </a:r>
                      <a:endParaRPr lang="zh-CN" altLang="en-US" sz="1200" b="0">
                        <a:solidFill>
                          <a:srgbClr val="343D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1200" b="0">
                          <a:solidFill>
                            <a:srgbClr val="343D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   </a:t>
                      </a:r>
                      <a:r>
                        <a:rPr lang="zh-CN" altLang="en-US" sz="1200" b="0">
                          <a:solidFill>
                            <a:srgbClr val="343D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白银单边</a:t>
                      </a:r>
                      <a:endParaRPr lang="zh-CN" altLang="en-US" sz="1200" b="0">
                        <a:solidFill>
                          <a:srgbClr val="343D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200" b="0">
                          <a:solidFill>
                            <a:srgbClr val="343D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其中：境内外价差</a:t>
                      </a:r>
                      <a:endParaRPr lang="zh-CN" altLang="en-US" sz="1200" b="0">
                        <a:solidFill>
                          <a:srgbClr val="343D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c+d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1200" b="0">
                          <a:solidFill>
                            <a:srgbClr val="343D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   </a:t>
                      </a:r>
                      <a:r>
                        <a:rPr lang="zh-CN" altLang="en-US" sz="1200" b="0">
                          <a:solidFill>
                            <a:srgbClr val="343D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黄金价差</a:t>
                      </a:r>
                      <a:endParaRPr lang="zh-CN" altLang="en-US" sz="1200" b="0">
                        <a:solidFill>
                          <a:srgbClr val="343D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1200" b="0">
                          <a:solidFill>
                            <a:srgbClr val="343D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    </a:t>
                      </a:r>
                      <a:r>
                        <a:rPr lang="zh-CN" altLang="en-US" sz="1200" b="0">
                          <a:solidFill>
                            <a:srgbClr val="343D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白银价差</a:t>
                      </a:r>
                      <a:endParaRPr lang="zh-CN" altLang="en-US" sz="1200" b="0">
                        <a:solidFill>
                          <a:srgbClr val="343D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513715" y="1341755"/>
            <a:ext cx="11132185" cy="681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 algn="just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2025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年，贵金属业务实现收入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亿元，同比大幅增长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just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从交易策略的收入分解看，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单边、境内外价差分别实现收入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亿元、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亿元；错币种业务资产负债端收支基本打平，资产端债券、基金收入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亿元。详见下表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just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从交易品种的收入分解看，黄金、白银分别实现收入</a:t>
            </a: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亿元、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just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与预算比，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2025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年预算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亿元，为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年来的最低值，实际预算完成率</a:t>
            </a: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55395" y="881685"/>
            <a:ext cx="695017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贵金属业务收入同比情况</a:t>
            </a:r>
            <a:endParaRPr lang="zh-CN" altLang="en-US" sz="1600" b="1" dirty="0" smtClea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567940" y="3291205"/>
            <a:ext cx="32054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年贵金属业务收入分解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340475" y="3651250"/>
          <a:ext cx="3814445" cy="2669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920"/>
                <a:gridCol w="1787525"/>
              </a:tblGrid>
              <a:tr h="2565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300" b="1">
                          <a:solidFill>
                            <a:srgbClr val="F5F7F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产品</a:t>
                      </a:r>
                      <a:endParaRPr lang="zh-CN" altLang="en-US" sz="1300" b="1">
                        <a:solidFill>
                          <a:srgbClr val="F5F7F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300" b="1">
                          <a:solidFill>
                            <a:srgbClr val="F5F7F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当年（</a:t>
                      </a:r>
                      <a:r>
                        <a:rPr lang="zh-CN" sz="1300">
                          <a:solidFill>
                            <a:srgbClr val="F5F7F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亿元</a:t>
                      </a:r>
                      <a:r>
                        <a:rPr lang="zh-CN" sz="1300" b="1">
                          <a:solidFill>
                            <a:srgbClr val="F5F7F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300" b="1">
                        <a:solidFill>
                          <a:srgbClr val="F5F7F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</a:tr>
              <a:tr h="24130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200" b="0">
                          <a:solidFill>
                            <a:srgbClr val="343D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总计</a:t>
                      </a:r>
                      <a:endParaRPr lang="zh-CN" altLang="en-US" sz="1200" b="0">
                        <a:solidFill>
                          <a:srgbClr val="343D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o+p+q+x+y+z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200" b="0">
                          <a:solidFill>
                            <a:srgbClr val="343D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资产：债券及回购</a:t>
                      </a:r>
                      <a:endParaRPr lang="zh-CN" altLang="en-US" sz="1200" b="0">
                        <a:solidFill>
                          <a:srgbClr val="343D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1200" b="0">
                          <a:solidFill>
                            <a:srgbClr val="343D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</a:t>
                      </a:r>
                      <a:r>
                        <a:rPr lang="zh-CN" altLang="en-US" sz="1200" b="0">
                          <a:solidFill>
                            <a:srgbClr val="343D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基金</a:t>
                      </a:r>
                      <a:endParaRPr lang="zh-CN" altLang="en-US" sz="1200" b="0">
                        <a:solidFill>
                          <a:srgbClr val="343D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1200" b="0">
                          <a:solidFill>
                            <a:srgbClr val="343D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</a:t>
                      </a:r>
                      <a:r>
                        <a:rPr lang="zh-CN" altLang="en-US" sz="1200" b="0">
                          <a:solidFill>
                            <a:srgbClr val="343D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资金上存</a:t>
                      </a:r>
                      <a:endParaRPr lang="zh-CN" altLang="en-US" sz="1200" b="0">
                        <a:solidFill>
                          <a:srgbClr val="343D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200" b="0">
                          <a:solidFill>
                            <a:srgbClr val="343D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负债：积存金</a:t>
                      </a:r>
                      <a:endParaRPr lang="zh-CN" altLang="en-US" sz="1200" b="0">
                        <a:solidFill>
                          <a:srgbClr val="343D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1200" b="0">
                          <a:solidFill>
                            <a:srgbClr val="343D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</a:t>
                      </a:r>
                      <a:r>
                        <a:rPr lang="zh-CN" altLang="en-US" sz="1200" b="0">
                          <a:solidFill>
                            <a:srgbClr val="343D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境内黄金拆借</a:t>
                      </a:r>
                      <a:endParaRPr lang="zh-CN" altLang="en-US" sz="1200" b="0">
                        <a:solidFill>
                          <a:srgbClr val="343D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z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1200" b="0">
                          <a:solidFill>
                            <a:srgbClr val="343D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</a:t>
                      </a:r>
                      <a:r>
                        <a:rPr lang="zh-CN" altLang="en-US" sz="1200">
                          <a:solidFill>
                            <a:srgbClr val="343D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境外黄金拆借</a:t>
                      </a:r>
                      <a:endParaRPr lang="zh-CN" altLang="en-US" sz="1200" b="0">
                        <a:solidFill>
                          <a:srgbClr val="343D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-0.2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334E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7131050" y="3291205"/>
            <a:ext cx="32054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年贵金属错币种业务收入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 txBox="1"/>
          <p:nvPr/>
        </p:nvSpPr>
        <p:spPr>
          <a:xfrm>
            <a:off x="514075" y="288975"/>
            <a:ext cx="5793872" cy="652147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二、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2025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</a:t>
            </a:r>
            <a:r>
              <a:rPr 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XX行</a:t>
            </a:r>
            <a:r>
              <a:rPr 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贵金属业务情况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与市场比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55395" y="881685"/>
            <a:ext cx="695017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sz="16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XX行贵金属收益率低于黄金</a:t>
            </a:r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ETF</a:t>
            </a:r>
            <a:endParaRPr lang="zh-CN" altLang="en-US" sz="1600" b="1" dirty="0" smtClea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14350" y="1341755"/>
            <a:ext cx="11132185" cy="681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 algn="just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2025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，黄金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ETF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年化收益率为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59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just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按照XX行贵金属净敞口限额的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90%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（参照黄金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ETF投资于黄金现货合约的比例不低于基金资产的90%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）及收入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亿元计算收益率，为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，低于黄金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ETF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just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848995" y="3117215"/>
          <a:ext cx="10311765" cy="3027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 txBox="1"/>
          <p:nvPr/>
        </p:nvSpPr>
        <p:spPr>
          <a:xfrm>
            <a:off x="514075" y="288975"/>
            <a:ext cx="5793872" cy="652147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二、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2025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</a:t>
            </a:r>
            <a:r>
              <a:rPr 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XX行</a:t>
            </a:r>
            <a:r>
              <a:rPr 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贵金属业务情况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黄金单边操作回顾（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5610" y="792480"/>
            <a:ext cx="11132185" cy="681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 algn="just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第一波上涨行情：</a:t>
            </a:r>
            <a:endParaRPr lang="zh-CN" sz="1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月～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月中旬，从年初2650美元/盎司起步，4月下旬盘中突破3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00美元，不到四个月累计涨幅达32%，该阶段上涨以贸易政策不确定性和滞胀交易为主，并叠加央行购金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开门红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just" fontAlgn="auto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持仓操作：</a:t>
            </a:r>
            <a:r>
              <a:rPr lang="zh-CN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金价上涨初期积极布局，把握住了前期上涨的趋势</a:t>
            </a:r>
            <a:r>
              <a:rPr 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zh-CN" sz="14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震荡期继续加仓，在回调前大幅减仓，规避了阶段性调整，但也错失后续上涨</a:t>
            </a:r>
            <a:r>
              <a:rPr 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zh-CN" sz="14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上涨中后期基本无持仓甚至空头错失超200美元/盎司上涨</a:t>
            </a:r>
            <a:r>
              <a:rPr 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zh-CN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最后阶段把握住了回调机会快速加仓，享受最后上涨行情，详见下图</a:t>
            </a:r>
            <a:endParaRPr lang="zh-CN" sz="1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月～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月中旬，金价处于逐步抬升的趋势，从约2650美元/盎司缓慢上涨至2900美元/盎司左右，持仓在这一阶段较为平稳，平均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万盎司，虽持仓较少，但在金价上涨初期积极布局，把握住了前期上涨的趋势，盈利约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万元。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月中旬～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月中旬，金价开始盘整，持仓操作上，在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月中旬继续加仓至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万盎司，持仓量为第一波行情最高点，并在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月底金价回调前大幅降低持仓，一方面减仓及时，降低了月末阶段性回调的损失，另一方面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错失后续上涨红利。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盈利约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万元。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3月中旬～4月上旬，金价加速上涨，从2900美元/盎司附近快速攀升至3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00美元/盎司以上，因触发止损及部分时间持有空头，完全错失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月下旬至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月初金价一路上涨行情，亏损约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万元。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4月上旬～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月下旬，金价小幅调整后迅速上涨，持仓上把握住了回调机会快速加仓，盈利约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万元。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just" fontAlgn="auto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模拟测算：若以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万盎司的仓位持续持有，则在这波上涨行情中可获利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元，实际获利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亿元。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874395" y="4284980"/>
          <a:ext cx="10254615" cy="2549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cxnSp>
        <p:nvCxnSpPr>
          <p:cNvPr id="5" name="直接连接符 4"/>
          <p:cNvCxnSpPr/>
          <p:nvPr/>
        </p:nvCxnSpPr>
        <p:spPr>
          <a:xfrm flipH="1">
            <a:off x="5066665" y="4645660"/>
            <a:ext cx="4445" cy="184721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7205980" y="4653915"/>
            <a:ext cx="10795" cy="182118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 flipH="1">
            <a:off x="9171305" y="4655185"/>
            <a:ext cx="5080" cy="185547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 txBox="1"/>
          <p:nvPr/>
        </p:nvSpPr>
        <p:spPr>
          <a:xfrm>
            <a:off x="514075" y="288975"/>
            <a:ext cx="5793872" cy="652147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二、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2025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</a:t>
            </a:r>
            <a:r>
              <a:rPr 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XX行</a:t>
            </a:r>
            <a:r>
              <a:rPr 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贵金属业务情况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黄金单边操作回顾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5610" y="941070"/>
            <a:ext cx="11132185" cy="681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 algn="just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第二波上涨行情：</a:t>
            </a:r>
            <a:endParaRPr lang="zh-CN" sz="1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8月下旬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～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月中旬，从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3250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美元/盎司起步，10月16日最高触及4390美元，涨幅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35%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，该阶段上涨为地缘风险（政府停摆、中东冲突）、货币政策宽松预期与央行购金（三季度净购金255吨）形成合力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just" fontAlgn="auto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持仓操作：</a:t>
            </a:r>
            <a:r>
              <a:rPr lang="zh-CN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在金价上涨初期果断大幅加仓，把握前期上涨趋势</a:t>
            </a:r>
            <a:r>
              <a:rPr 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zh-CN" sz="14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持有时间偏短，在上涨中期基本无持仓，错失400美元/盎司上涨</a:t>
            </a:r>
            <a:r>
              <a:rPr 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；最后加速上涨阶段小幅持仓获利</a:t>
            </a:r>
            <a:endParaRPr lang="zh-CN" sz="1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月下旬～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月上旬，在第二波行情的初始阶段，金价从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3250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美元/盎司上涨至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3600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美元，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持仓量明显增加，最高持仓达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万盎司的年内最高点，在金价上涨初期，持仓操作积极跟进，通过增加持仓来把握住了金价的上涨趋势，盈利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亿元。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月中旬～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月中旬，金价进入持续且加速的上涨阶段，从约3600美元/盎司左右一路上涨至4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390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美元，但此阶段持仓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，维持在极低水平，仅国庆后增加小幅仓位，盈利约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万元，大部分错失了这一阶段的上涨机会。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just" fontAlgn="auto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模拟测算：若以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10.3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万盎司的仓位持续持有，则在这波上涨行情中可获利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亿元，实际获利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亿元。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895985" y="3745230"/>
          <a:ext cx="10203815" cy="30187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 txBox="1"/>
          <p:nvPr/>
        </p:nvSpPr>
        <p:spPr>
          <a:xfrm>
            <a:off x="514075" y="288975"/>
            <a:ext cx="5793872" cy="652147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二、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2025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</a:t>
            </a:r>
            <a:r>
              <a:rPr 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XX行</a:t>
            </a:r>
            <a:r>
              <a:rPr 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贵金属业务情况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黄金单边操作回顾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5610" y="941070"/>
            <a:ext cx="11132185" cy="681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 algn="just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第三波上涨行情：</a:t>
            </a:r>
            <a:endParaRPr lang="zh-CN" sz="1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11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下旬起步，特别是从</a:t>
            </a: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月上旬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4190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美元/盎司开始，最高触及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4550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美元，涨幅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9%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，年末最后三日快速回落至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4230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美元。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just" fontAlgn="auto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持仓操作：</a:t>
            </a:r>
            <a:r>
              <a:rPr lang="zh-CN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高仓位做多，把握上涨行情；高位获利卖出部分持仓，规避月末快速回落。</a:t>
            </a:r>
            <a:endParaRPr lang="zh-CN" sz="1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随着金价上行，逐步增加黄金单边持仓，最高持仓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万盎司，接近满仓，较为充分把握上涨行情。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在金价处于高位时，卖出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持仓，锁定盈利，规避了月末金价快速回落。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准确把握上涨和下跌行情，单边收入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亿元，单月收入创年内新高。</a:t>
            </a:r>
            <a:endParaRPr lang="zh-CN" sz="1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5" name="图表 4"/>
          <p:cNvGraphicFramePr/>
          <p:nvPr/>
        </p:nvGraphicFramePr>
        <p:xfrm>
          <a:off x="1105535" y="3046730"/>
          <a:ext cx="9792970" cy="2760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795" y="5807075"/>
            <a:ext cx="2838450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 txBox="1"/>
          <p:nvPr/>
        </p:nvSpPr>
        <p:spPr>
          <a:xfrm>
            <a:off x="514075" y="288975"/>
            <a:ext cx="5793872" cy="652147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二、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2025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</a:t>
            </a:r>
            <a:r>
              <a:rPr 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XX行</a:t>
            </a:r>
            <a:r>
              <a:rPr 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贵金属业务情况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白银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单边操作回顾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5610" y="941070"/>
            <a:ext cx="11132185" cy="681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 algn="just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上涨行情：</a:t>
            </a:r>
            <a:endParaRPr lang="zh-CN" sz="1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年初从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美元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盎司起步，价格在震荡蓄势后，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月末开始加速突破，接连站上40美元、50美元、60美元等多个重要关口，截至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年末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突破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76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美元，涨幅超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150%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just" fontAlgn="auto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2"/>
            </p:custDataLst>
          </p:nvPr>
        </p:nvGraphicFramePr>
        <p:xfrm>
          <a:off x="6855460" y="2009775"/>
          <a:ext cx="4273550" cy="1789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85"/>
                <a:gridCol w="1353820"/>
                <a:gridCol w="950595"/>
                <a:gridCol w="933450"/>
              </a:tblGrid>
              <a:tr h="3822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月份</a:t>
                      </a:r>
                      <a:endParaRPr lang="zh-CN" altLang="en-US" sz="10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白银价格环比变动</a:t>
                      </a:r>
                      <a:endParaRPr lang="zh-CN" sz="10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0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（美元</a:t>
                      </a:r>
                      <a:r>
                        <a:rPr lang="en-US" altLang="zh-CN" sz="10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0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盎司）</a:t>
                      </a:r>
                      <a:endParaRPr lang="zh-CN" altLang="en-US" sz="10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平均持仓</a:t>
                      </a:r>
                      <a:endParaRPr lang="zh-CN" sz="10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0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（千盎司）</a:t>
                      </a:r>
                      <a:endParaRPr lang="zh-CN" altLang="en-US" sz="10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盈利</a:t>
                      </a:r>
                      <a:endParaRPr lang="zh-CN" sz="10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0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</a:tr>
              <a:tr h="2343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2025年8月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3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2025年9月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3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2025年10月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55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2025年11月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3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2025年12月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3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累计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38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440055" y="1788795"/>
            <a:ext cx="5999480" cy="2158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just" fontAlgn="auto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持仓操作：</a:t>
            </a:r>
            <a:r>
              <a:rPr lang="zh-CN" sz="14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未坚定持有重仓多头</a:t>
            </a:r>
            <a:r>
              <a:rPr 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仅通过波动持有少量多头获利</a:t>
            </a:r>
            <a:endParaRPr lang="zh-CN" sz="1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月中旬起迅速建立白银多头，最高达到日均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130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盎司全年最高点持仓，但在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月初白银略有回调时，迅速减少仓位甚至转为空头。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月下旬到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月末，波动持有少量白银多头获利。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8月以来，白银价格上涨38美元/盎司，平均持仓仅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万盎司，实现收入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万元。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just" fontAlgn="auto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模拟测算：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若以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盎司最高持仓一直持有，则可实现收入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亿元。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just" fontAlgn="auto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endParaRPr lang="zh-CN" sz="1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" name="图表 1"/>
          <p:cNvGraphicFramePr/>
          <p:nvPr/>
        </p:nvGraphicFramePr>
        <p:xfrm>
          <a:off x="514350" y="3949700"/>
          <a:ext cx="10821670" cy="27984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 txBox="1"/>
          <p:nvPr/>
        </p:nvSpPr>
        <p:spPr>
          <a:xfrm>
            <a:off x="514075" y="288975"/>
            <a:ext cx="5793872" cy="652147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二、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2025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</a:t>
            </a:r>
            <a:r>
              <a:rPr 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XX行</a:t>
            </a:r>
            <a:r>
              <a:rPr 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贵金属业务情况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贵金属业务净敞口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4790" y="941070"/>
            <a:ext cx="11132185" cy="1532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 algn="just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贵金属净敞口：</a:t>
            </a:r>
            <a:endParaRPr lang="zh-CN" sz="1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月中旬～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24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日贵金属业务净敞口限额为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美元，之后临时额度调增至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亿美元。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全年实际敞口平均为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万美元，敞口限额使用率约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上半年敞口使用率偏低，在调增限额敞口后，实际敞口也未增加。下半年敞口使用率有所提高，达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，特别是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11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月～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月，使用率提高至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生成限额与净敞口的图表如下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 txBox="1"/>
          <p:nvPr/>
        </p:nvSpPr>
        <p:spPr>
          <a:xfrm>
            <a:off x="514075" y="288975"/>
            <a:ext cx="5793872" cy="652147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二、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2025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</a:t>
            </a:r>
            <a:r>
              <a:rPr 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XX行</a:t>
            </a:r>
            <a:r>
              <a:rPr 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贵金属业务情况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黄金跨市场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操作回顾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5610" y="941070"/>
            <a:ext cx="11132185" cy="681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 algn="just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第一波境内外价差行情：</a:t>
            </a:r>
            <a:r>
              <a:rPr lang="zh-CN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主动逢高分批建立空头，随着价差回落逐步平仓，较为充分把握了价差走高及回落行情</a:t>
            </a:r>
            <a:endParaRPr lang="zh-CN" sz="1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第一波行情：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月底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～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月中旬，黄金境内外价差由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克左右震荡上涨，最高触及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12.88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元，后回落至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元左右。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持仓操作：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在判断黄金境内外价差上涨没有基本面支撑的情况下，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月底起逢高分批做空价差，在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月中旬价差回落时及时平仓，后随着价差攀升再次迅速加仓，在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克完成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万盎司接近满仓配置，最后随着境内外价差回落，逐步平仓获利，较好把握了第一波境内外价差行情，盈利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亿元。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just" fontAlgn="auto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第二波境内外价差行情：</a:t>
            </a:r>
            <a:r>
              <a:rPr lang="zh-CN" sz="14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被动在较高位置持有价差多头，在价差进一步下跌时估值较大回撤，最终在价差回升时亏损平仓</a:t>
            </a:r>
            <a:endParaRPr lang="zh-CN" sz="1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第二波行情：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月下旬～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月末，黄金境内外价差由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克下跌，最低达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-12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元，后快速回升至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元左右。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持仓操作：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月下旬，在预判黄金境内外价差有可能跌向负值的情况下，持有约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万盎司价差空头，但受客盘境内客户卖出黄金且未及时对客盘平仓影响，在境内外价差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元～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-5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元的区间即逐步形成</a:t>
            </a: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万盎司的价差多头，随着境内外价差进一步下跌呈浮亏状态，在价差上涨至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-5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美元以内时迅速平仓并转为空头，亏损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万元。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737235" y="3793490"/>
            <a:ext cx="10716895" cy="2933700"/>
            <a:chOff x="1161" y="4466"/>
            <a:chExt cx="16877" cy="5647"/>
          </a:xfrm>
        </p:grpSpPr>
        <p:graphicFrame>
          <p:nvGraphicFramePr>
            <p:cNvPr id="6" name="图表 5"/>
            <p:cNvGraphicFramePr/>
            <p:nvPr/>
          </p:nvGraphicFramePr>
          <p:xfrm>
            <a:off x="1161" y="4466"/>
            <a:ext cx="16877" cy="564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11" name="右大括号 10"/>
            <p:cNvSpPr/>
            <p:nvPr/>
          </p:nvSpPr>
          <p:spPr>
            <a:xfrm rot="16200000">
              <a:off x="6622" y="3090"/>
              <a:ext cx="325" cy="4905"/>
            </a:xfrm>
            <a:prstGeom prst="rightBrac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右大括号 11"/>
            <p:cNvSpPr/>
            <p:nvPr/>
          </p:nvSpPr>
          <p:spPr>
            <a:xfrm rot="16200000">
              <a:off x="15322" y="3784"/>
              <a:ext cx="311" cy="3533"/>
            </a:xfrm>
            <a:prstGeom prst="rightBrac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926" y="5015"/>
              <a:ext cx="2828" cy="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/>
                <a:t>第一波行情</a:t>
              </a:r>
              <a:endParaRPr lang="zh-CN" altLang="en-US" sz="120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4832" y="5015"/>
              <a:ext cx="2828" cy="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/>
                <a:t>第二波行情</a:t>
              </a:r>
              <a:endParaRPr lang="zh-CN" altLang="en-US" sz="1200"/>
            </a:p>
          </p:txBody>
        </p:sp>
      </p:grpSp>
      <p:cxnSp>
        <p:nvCxnSpPr>
          <p:cNvPr id="7" name="直接连接符 6"/>
          <p:cNvCxnSpPr/>
          <p:nvPr/>
        </p:nvCxnSpPr>
        <p:spPr>
          <a:xfrm flipH="1">
            <a:off x="2649220" y="4283075"/>
            <a:ext cx="3810" cy="214376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5949315" y="4295775"/>
            <a:ext cx="4445" cy="213106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8531860" y="4299585"/>
            <a:ext cx="3175" cy="213550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11102340" y="4299585"/>
            <a:ext cx="3810" cy="213487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 txBox="1"/>
          <p:nvPr/>
        </p:nvSpPr>
        <p:spPr>
          <a:xfrm>
            <a:off x="514075" y="288975"/>
            <a:ext cx="5793872" cy="652147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二、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2025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</a:t>
            </a:r>
            <a:r>
              <a:rPr 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XX行</a:t>
            </a:r>
            <a:r>
              <a:rPr 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贵金属业务情况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白银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跨市场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操作回顾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5610" y="941070"/>
            <a:ext cx="11132185" cy="681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 algn="just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境内外价差最大行情：</a:t>
            </a:r>
            <a:endParaRPr lang="zh-CN" sz="1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月初～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月末，白银境内外价差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由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450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千克一路下跌，最低触及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-390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元，后快速回升至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390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元左右。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just" fontAlgn="auto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0055" y="1483360"/>
            <a:ext cx="11053445" cy="18999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just" fontAlgn="auto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持仓操作：</a:t>
            </a:r>
            <a:r>
              <a:rPr lang="zh-CN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把握</a:t>
            </a:r>
            <a:r>
              <a:rPr lang="en-US" altLang="zh-CN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1/4</a:t>
            </a:r>
            <a:r>
              <a: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下跌行情，较为充分把握上涨行情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zh-CN" altLang="en-US" sz="14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下跌行情中空头平仓偏早，</a:t>
            </a:r>
            <a:r>
              <a:rPr lang="zh-CN" altLang="en-US" sz="14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空头及多头持仓规模均有进一步提升空间</a:t>
            </a:r>
            <a:endParaRPr lang="zh-CN" sz="1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月末白银境内外价差开始下跌前，持有境内外价差空头约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万盎司，但相较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月中上旬的空头少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万盎司，仓位未达最大。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随着境内外价差下跌，快速减少空头持仓，在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24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日仅下跌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元（全程下跌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840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元）时从空头转为多头，享受了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1/4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的下跌行情，盈利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万元。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在境内外价差加速下行阶段，持有少量多头，亏损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万元。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39750" indent="-285750" algn="just" fontAlgn="auto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在快速回升期，建立部分多头，盈利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万元。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just" fontAlgn="auto">
              <a:lnSpc>
                <a:spcPct val="120000"/>
              </a:lnSpc>
              <a:buClrTx/>
              <a:buSzTx/>
              <a:buFont typeface="Wingdings" panose="05000000000000000000" charset="0"/>
              <a:buChar char="Ø"/>
            </a:pPr>
            <a:endParaRPr lang="zh-CN" sz="1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" name="图表 1"/>
          <p:cNvGraphicFramePr/>
          <p:nvPr/>
        </p:nvGraphicFramePr>
        <p:xfrm>
          <a:off x="756285" y="3799205"/>
          <a:ext cx="10491470" cy="2907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cxnSp>
        <p:nvCxnSpPr>
          <p:cNvPr id="10" name="直接连接符 9"/>
          <p:cNvCxnSpPr/>
          <p:nvPr/>
        </p:nvCxnSpPr>
        <p:spPr>
          <a:xfrm>
            <a:off x="7212330" y="4290695"/>
            <a:ext cx="0" cy="2003425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9001760" y="4290695"/>
            <a:ext cx="0" cy="2003425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右大括号 17"/>
          <p:cNvSpPr/>
          <p:nvPr/>
        </p:nvSpPr>
        <p:spPr>
          <a:xfrm rot="16200000">
            <a:off x="8023860" y="3491865"/>
            <a:ext cx="149225" cy="169672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7557770" y="3961765"/>
            <a:ext cx="12871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年内最大行情</a:t>
            </a:r>
            <a:endParaRPr lang="zh-CN" altLang="en-US" sz="1200"/>
          </a:p>
        </p:txBody>
      </p:sp>
      <p:cxnSp>
        <p:nvCxnSpPr>
          <p:cNvPr id="20" name="直接连接符 19"/>
          <p:cNvCxnSpPr/>
          <p:nvPr/>
        </p:nvCxnSpPr>
        <p:spPr>
          <a:xfrm>
            <a:off x="7948295" y="4364990"/>
            <a:ext cx="0" cy="192532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8427720" y="4365625"/>
            <a:ext cx="0" cy="192532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 txBox="1"/>
          <p:nvPr/>
        </p:nvSpPr>
        <p:spPr>
          <a:xfrm>
            <a:off x="514075" y="288975"/>
            <a:ext cx="5793872" cy="652147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三、小结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7855" y="1750060"/>
            <a:ext cx="1067244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buFont typeface="Wingdings" panose="05000000000000000000" charset="0"/>
              <a:buNone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根据前面的分析情况，提炼核心观点如下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just">
              <a:buFont typeface="Wingdings" panose="05000000000000000000" charset="0"/>
              <a:buNone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just">
              <a:buFont typeface="Wingdings" panose="05000000000000000000" charset="0"/>
              <a:buNone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just">
              <a:buFont typeface="Wingdings" panose="05000000000000000000" charset="0"/>
              <a:buNone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36*140"/>
  <p:tag name="TABLE_ENDDRAG_RECT" val="539*150*336*14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4012</Words>
  <Application>WPS 演示</Application>
  <PresentationFormat>宽屏</PresentationFormat>
  <Paragraphs>327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Arial Unicode MS</vt:lpstr>
      <vt:lpstr>微软雅黑</vt:lpstr>
      <vt:lpstr>Wingdings</vt:lpstr>
      <vt:lpstr>等线</vt:lpstr>
      <vt:lpstr>Times New Roman</vt:lpstr>
      <vt:lpstr>Arial Black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01168817</cp:lastModifiedBy>
  <cp:revision>218</cp:revision>
  <dcterms:created xsi:type="dcterms:W3CDTF">2019-09-19T02:01:00Z</dcterms:created>
  <dcterms:modified xsi:type="dcterms:W3CDTF">2026-01-22T01:35:48Z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2052-11.8.2.12085</vt:lpwstr>
  </property>
  <property fmtid="{D5CDD505-2E9C-101B-9397-08002B2CF9AE}" pid="3" name="ICV">
    <vt:lpwstr>42FB9CD02A2547FBB2A0D420F912DE14</vt:lpwstr>
  </property>
</Properties>
</file>